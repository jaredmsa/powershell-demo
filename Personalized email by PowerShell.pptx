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3"/>
  </p:notesMasterIdLst>
  <p:sldIdLst>
    <p:sldId id="256" r:id="rId5"/>
    <p:sldId id="257" r:id="rId6"/>
    <p:sldId id="262" r:id="rId7"/>
    <p:sldId id="258" r:id="rId8"/>
    <p:sldId id="259" r:id="rId9"/>
    <p:sldId id="260" r:id="rId10"/>
    <p:sldId id="261" r:id="rId11"/>
    <p:sldId id="263" r:id="rId12"/>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EEC04E-235A-4C22-9D72-17868A8E60E7}" v="9" dt="2026-09-17T20:12:59.1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626" autoAdjust="0"/>
    <p:restoredTop sz="96374" autoAdjust="0"/>
  </p:normalViewPr>
  <p:slideViewPr>
    <p:cSldViewPr snapToGrid="0">
      <p:cViewPr varScale="1">
        <p:scale>
          <a:sx n="153" d="100"/>
          <a:sy n="153" d="100"/>
        </p:scale>
        <p:origin x="726"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red Bester" userId="6030738d-fa8a-4f23-899c-405f28b277a8" providerId="ADAL" clId="{33063D51-0453-498F-9721-C6FA1322C3C4}"/>
    <pc:docChg chg="undo custSel addSld delSld modSld sldOrd">
      <pc:chgData name="Jared Bester" userId="6030738d-fa8a-4f23-899c-405f28b277a8" providerId="ADAL" clId="{33063D51-0453-498F-9721-C6FA1322C3C4}" dt="2026-09-17T20:18:00.132" v="1122" actId="22"/>
      <pc:docMkLst>
        <pc:docMk/>
      </pc:docMkLst>
      <pc:sldChg chg="modSp mod">
        <pc:chgData name="Jared Bester" userId="6030738d-fa8a-4f23-899c-405f28b277a8" providerId="ADAL" clId="{33063D51-0453-498F-9721-C6FA1322C3C4}" dt="2026-09-17T20:17:44.345" v="1112" actId="14100"/>
        <pc:sldMkLst>
          <pc:docMk/>
          <pc:sldMk cId="2144211334" sldId="256"/>
        </pc:sldMkLst>
        <pc:spChg chg="mod">
          <ac:chgData name="Jared Bester" userId="6030738d-fa8a-4f23-899c-405f28b277a8" providerId="ADAL" clId="{33063D51-0453-498F-9721-C6FA1322C3C4}" dt="2026-09-17T20:15:05.972" v="1101" actId="20577"/>
          <ac:spMkLst>
            <pc:docMk/>
            <pc:sldMk cId="2144211334" sldId="256"/>
            <ac:spMk id="3" creationId="{A761A939-7824-4996-B377-E6B20372EA09}"/>
          </ac:spMkLst>
        </pc:spChg>
        <pc:picChg chg="mod">
          <ac:chgData name="Jared Bester" userId="6030738d-fa8a-4f23-899c-405f28b277a8" providerId="ADAL" clId="{33063D51-0453-498F-9721-C6FA1322C3C4}" dt="2026-09-17T20:17:44.345" v="1112" actId="14100"/>
          <ac:picMkLst>
            <pc:docMk/>
            <pc:sldMk cId="2144211334" sldId="256"/>
            <ac:picMk id="10" creationId="{BFA527E5-2AB2-AD12-C329-2546DACB1E32}"/>
          </ac:picMkLst>
        </pc:picChg>
      </pc:sldChg>
      <pc:sldChg chg="addSp delSp modSp mod">
        <pc:chgData name="Jared Bester" userId="6030738d-fa8a-4f23-899c-405f28b277a8" providerId="ADAL" clId="{33063D51-0453-498F-9721-C6FA1322C3C4}" dt="2026-09-17T20:17:47.689" v="1114" actId="22"/>
        <pc:sldMkLst>
          <pc:docMk/>
          <pc:sldMk cId="1930905087" sldId="257"/>
        </pc:sldMkLst>
        <pc:spChg chg="mod">
          <ac:chgData name="Jared Bester" userId="6030738d-fa8a-4f23-899c-405f28b277a8" providerId="ADAL" clId="{33063D51-0453-498F-9721-C6FA1322C3C4}" dt="2026-09-17T20:08:22.582" v="718" actId="20577"/>
          <ac:spMkLst>
            <pc:docMk/>
            <pc:sldMk cId="1930905087" sldId="257"/>
            <ac:spMk id="2" creationId="{E3F1F976-FC41-4597-B558-2A77A5AB2837}"/>
          </ac:spMkLst>
        </pc:spChg>
        <pc:spChg chg="mod">
          <ac:chgData name="Jared Bester" userId="6030738d-fa8a-4f23-899c-405f28b277a8" providerId="ADAL" clId="{33063D51-0453-498F-9721-C6FA1322C3C4}" dt="2026-09-17T20:15:11.080" v="1102" actId="20577"/>
          <ac:spMkLst>
            <pc:docMk/>
            <pc:sldMk cId="1930905087" sldId="257"/>
            <ac:spMk id="4" creationId="{BED1A160-4E74-4F48-975F-A6CA03DF92FE}"/>
          </ac:spMkLst>
        </pc:spChg>
        <pc:spChg chg="mod">
          <ac:chgData name="Jared Bester" userId="6030738d-fa8a-4f23-899c-405f28b277a8" providerId="ADAL" clId="{33063D51-0453-498F-9721-C6FA1322C3C4}" dt="2026-09-17T20:08:49.822" v="759" actId="313"/>
          <ac:spMkLst>
            <pc:docMk/>
            <pc:sldMk cId="1930905087" sldId="257"/>
            <ac:spMk id="6" creationId="{530F3847-268C-45A7-89C2-00959C6BAEB1}"/>
          </ac:spMkLst>
        </pc:spChg>
        <pc:spChg chg="mod">
          <ac:chgData name="Jared Bester" userId="6030738d-fa8a-4f23-899c-405f28b277a8" providerId="ADAL" clId="{33063D51-0453-498F-9721-C6FA1322C3C4}" dt="2026-09-17T20:14:40.420" v="1098" actId="6549"/>
          <ac:spMkLst>
            <pc:docMk/>
            <pc:sldMk cId="1930905087" sldId="257"/>
            <ac:spMk id="7" creationId="{027F8B75-5764-4F1D-8FFF-5C0366F6A44C}"/>
          </ac:spMkLst>
        </pc:spChg>
        <pc:spChg chg="del">
          <ac:chgData name="Jared Bester" userId="6030738d-fa8a-4f23-899c-405f28b277a8" providerId="ADAL" clId="{33063D51-0453-498F-9721-C6FA1322C3C4}" dt="2026-09-17T20:08:30.066" v="720" actId="478"/>
          <ac:spMkLst>
            <pc:docMk/>
            <pc:sldMk cId="1930905087" sldId="257"/>
            <ac:spMk id="9" creationId="{7F738833-8C6E-47A4-BE9C-A15125BD38CF}"/>
          </ac:spMkLst>
        </pc:spChg>
        <pc:spChg chg="del">
          <ac:chgData name="Jared Bester" userId="6030738d-fa8a-4f23-899c-405f28b277a8" providerId="ADAL" clId="{33063D51-0453-498F-9721-C6FA1322C3C4}" dt="2026-09-17T20:08:30.066" v="720" actId="478"/>
          <ac:spMkLst>
            <pc:docMk/>
            <pc:sldMk cId="1930905087" sldId="257"/>
            <ac:spMk id="10" creationId="{311F82C1-C498-4FDC-BC40-D101594CAA48}"/>
          </ac:spMkLst>
        </pc:spChg>
        <pc:spChg chg="del">
          <ac:chgData name="Jared Bester" userId="6030738d-fa8a-4f23-899c-405f28b277a8" providerId="ADAL" clId="{33063D51-0453-498F-9721-C6FA1322C3C4}" dt="2026-09-17T20:08:30.066" v="720" actId="478"/>
          <ac:spMkLst>
            <pc:docMk/>
            <pc:sldMk cId="1930905087" sldId="257"/>
            <ac:spMk id="12" creationId="{6BCEE17F-1213-43D9-AB58-0EDA04FB4A3B}"/>
          </ac:spMkLst>
        </pc:spChg>
        <pc:spChg chg="del">
          <ac:chgData name="Jared Bester" userId="6030738d-fa8a-4f23-899c-405f28b277a8" providerId="ADAL" clId="{33063D51-0453-498F-9721-C6FA1322C3C4}" dt="2026-09-17T20:08:30.066" v="720" actId="478"/>
          <ac:spMkLst>
            <pc:docMk/>
            <pc:sldMk cId="1930905087" sldId="257"/>
            <ac:spMk id="13" creationId="{9B0766FD-9699-4063-8153-7E596A592EC3}"/>
          </ac:spMkLst>
        </pc:spChg>
        <pc:spChg chg="del">
          <ac:chgData name="Jared Bester" userId="6030738d-fa8a-4f23-899c-405f28b277a8" providerId="ADAL" clId="{33063D51-0453-498F-9721-C6FA1322C3C4}" dt="2026-09-17T20:08:30.066" v="720" actId="478"/>
          <ac:spMkLst>
            <pc:docMk/>
            <pc:sldMk cId="1930905087" sldId="257"/>
            <ac:spMk id="15" creationId="{786CABE2-1E19-45EF-9565-7D5929AC0A5C}"/>
          </ac:spMkLst>
        </pc:spChg>
        <pc:spChg chg="del">
          <ac:chgData name="Jared Bester" userId="6030738d-fa8a-4f23-899c-405f28b277a8" providerId="ADAL" clId="{33063D51-0453-498F-9721-C6FA1322C3C4}" dt="2026-09-17T20:08:30.066" v="720" actId="478"/>
          <ac:spMkLst>
            <pc:docMk/>
            <pc:sldMk cId="1930905087" sldId="257"/>
            <ac:spMk id="16" creationId="{4B71CC09-B14A-407F-9FA5-740897E6FFC2}"/>
          </ac:spMkLst>
        </pc:spChg>
        <pc:spChg chg="del">
          <ac:chgData name="Jared Bester" userId="6030738d-fa8a-4f23-899c-405f28b277a8" providerId="ADAL" clId="{33063D51-0453-498F-9721-C6FA1322C3C4}" dt="2026-09-17T20:08:37.841" v="725" actId="478"/>
          <ac:spMkLst>
            <pc:docMk/>
            <pc:sldMk cId="1930905087" sldId="257"/>
            <ac:spMk id="18" creationId="{22D1C36F-9F6F-4F0A-995E-604170DD1529}"/>
          </ac:spMkLst>
        </pc:spChg>
        <pc:spChg chg="del">
          <ac:chgData name="Jared Bester" userId="6030738d-fa8a-4f23-899c-405f28b277a8" providerId="ADAL" clId="{33063D51-0453-498F-9721-C6FA1322C3C4}" dt="2026-09-17T20:08:38.857" v="726" actId="478"/>
          <ac:spMkLst>
            <pc:docMk/>
            <pc:sldMk cId="1930905087" sldId="257"/>
            <ac:spMk id="19" creationId="{E0D59534-1CA1-412A-9012-7AB5B9C968ED}"/>
          </ac:spMkLst>
        </pc:spChg>
        <pc:picChg chg="del">
          <ac:chgData name="Jared Bester" userId="6030738d-fa8a-4f23-899c-405f28b277a8" providerId="ADAL" clId="{33063D51-0453-498F-9721-C6FA1322C3C4}" dt="2026-09-17T20:08:32.511" v="721" actId="478"/>
          <ac:picMkLst>
            <pc:docMk/>
            <pc:sldMk cId="1930905087" sldId="257"/>
            <ac:picMk id="8" creationId="{00000000-0000-0000-0000-000000000000}"/>
          </ac:picMkLst>
        </pc:picChg>
        <pc:picChg chg="del">
          <ac:chgData name="Jared Bester" userId="6030738d-fa8a-4f23-899c-405f28b277a8" providerId="ADAL" clId="{33063D51-0453-498F-9721-C6FA1322C3C4}" dt="2026-09-17T20:08:34.097" v="722" actId="478"/>
          <ac:picMkLst>
            <pc:docMk/>
            <pc:sldMk cId="1930905087" sldId="257"/>
            <ac:picMk id="11" creationId="{00000000-0000-0000-0000-000000000000}"/>
          </ac:picMkLst>
        </pc:picChg>
        <pc:picChg chg="del">
          <ac:chgData name="Jared Bester" userId="6030738d-fa8a-4f23-899c-405f28b277a8" providerId="ADAL" clId="{33063D51-0453-498F-9721-C6FA1322C3C4}" dt="2026-09-17T20:08:35.413" v="723" actId="478"/>
          <ac:picMkLst>
            <pc:docMk/>
            <pc:sldMk cId="1930905087" sldId="257"/>
            <ac:picMk id="14" creationId="{00000000-0000-0000-0000-000000000000}"/>
          </ac:picMkLst>
        </pc:picChg>
        <pc:picChg chg="del">
          <ac:chgData name="Jared Bester" userId="6030738d-fa8a-4f23-899c-405f28b277a8" providerId="ADAL" clId="{33063D51-0453-498F-9721-C6FA1322C3C4}" dt="2026-09-17T20:08:36.525" v="724" actId="478"/>
          <ac:picMkLst>
            <pc:docMk/>
            <pc:sldMk cId="1930905087" sldId="257"/>
            <ac:picMk id="17" creationId="{00000000-0000-0000-0000-000000000000}"/>
          </ac:picMkLst>
        </pc:picChg>
        <pc:picChg chg="add del">
          <ac:chgData name="Jared Bester" userId="6030738d-fa8a-4f23-899c-405f28b277a8" providerId="ADAL" clId="{33063D51-0453-498F-9721-C6FA1322C3C4}" dt="2026-09-17T20:17:47.388" v="1113" actId="478"/>
          <ac:picMkLst>
            <pc:docMk/>
            <pc:sldMk cId="1930905087" sldId="257"/>
            <ac:picMk id="22" creationId="{BCDEEE9D-3A9F-1587-B692-F74B8065535D}"/>
          </ac:picMkLst>
        </pc:picChg>
        <pc:picChg chg="add">
          <ac:chgData name="Jared Bester" userId="6030738d-fa8a-4f23-899c-405f28b277a8" providerId="ADAL" clId="{33063D51-0453-498F-9721-C6FA1322C3C4}" dt="2026-09-17T20:17:47.689" v="1114" actId="22"/>
          <ac:picMkLst>
            <pc:docMk/>
            <pc:sldMk cId="1930905087" sldId="257"/>
            <ac:picMk id="24" creationId="{5B65736C-B7FC-C4A5-43CC-1B2EF198245A}"/>
          </ac:picMkLst>
        </pc:picChg>
      </pc:sldChg>
      <pc:sldChg chg="addSp delSp modSp mod">
        <pc:chgData name="Jared Bester" userId="6030738d-fa8a-4f23-899c-405f28b277a8" providerId="ADAL" clId="{33063D51-0453-498F-9721-C6FA1322C3C4}" dt="2026-09-17T20:17:52.452" v="1118" actId="22"/>
        <pc:sldMkLst>
          <pc:docMk/>
          <pc:sldMk cId="1644494044" sldId="258"/>
        </pc:sldMkLst>
        <pc:spChg chg="mod">
          <ac:chgData name="Jared Bester" userId="6030738d-fa8a-4f23-899c-405f28b277a8" providerId="ADAL" clId="{33063D51-0453-498F-9721-C6FA1322C3C4}" dt="2026-09-17T20:13:42.519" v="1036" actId="20577"/>
          <ac:spMkLst>
            <pc:docMk/>
            <pc:sldMk cId="1644494044" sldId="258"/>
            <ac:spMk id="2" creationId="{CB6C8A41-73A9-495E-8CC2-7F229CE6F752}"/>
          </ac:spMkLst>
        </pc:spChg>
        <pc:spChg chg="mod">
          <ac:chgData name="Jared Bester" userId="6030738d-fa8a-4f23-899c-405f28b277a8" providerId="ADAL" clId="{33063D51-0453-498F-9721-C6FA1322C3C4}" dt="2026-09-17T20:15:19.313" v="1104" actId="20577"/>
          <ac:spMkLst>
            <pc:docMk/>
            <pc:sldMk cId="1644494044" sldId="258"/>
            <ac:spMk id="4" creationId="{AF75FEE9-829B-4763-BF35-1A2A6B87E984}"/>
          </ac:spMkLst>
        </pc:spChg>
        <pc:spChg chg="mod">
          <ac:chgData name="Jared Bester" userId="6030738d-fa8a-4f23-899c-405f28b277a8" providerId="ADAL" clId="{33063D51-0453-498F-9721-C6FA1322C3C4}" dt="2026-09-17T20:14:17.485" v="1095" actId="20577"/>
          <ac:spMkLst>
            <pc:docMk/>
            <pc:sldMk cId="1644494044" sldId="258"/>
            <ac:spMk id="9" creationId="{F2ACA827-3BC0-4C23-86AE-BE0CDBA34090}"/>
          </ac:spMkLst>
        </pc:spChg>
        <pc:spChg chg="mod">
          <ac:chgData name="Jared Bester" userId="6030738d-fa8a-4f23-899c-405f28b277a8" providerId="ADAL" clId="{33063D51-0453-498F-9721-C6FA1322C3C4}" dt="2026-09-17T20:13:59.651" v="1090" actId="20577"/>
          <ac:spMkLst>
            <pc:docMk/>
            <pc:sldMk cId="1644494044" sldId="258"/>
            <ac:spMk id="13" creationId="{06ABFFCF-E2B8-4CEC-9FB8-0AF0EFA1E993}"/>
          </ac:spMkLst>
        </pc:spChg>
        <pc:spChg chg="mod">
          <ac:chgData name="Jared Bester" userId="6030738d-fa8a-4f23-899c-405f28b277a8" providerId="ADAL" clId="{33063D51-0453-498F-9721-C6FA1322C3C4}" dt="2026-09-17T20:14:19.705" v="1096" actId="6549"/>
          <ac:spMkLst>
            <pc:docMk/>
            <pc:sldMk cId="1644494044" sldId="258"/>
            <ac:spMk id="17" creationId="{626D7AFE-3506-437F-8E5A-C93F4515EF2C}"/>
          </ac:spMkLst>
        </pc:spChg>
        <pc:spChg chg="mod">
          <ac:chgData name="Jared Bester" userId="6030738d-fa8a-4f23-899c-405f28b277a8" providerId="ADAL" clId="{33063D51-0453-498F-9721-C6FA1322C3C4}" dt="2026-09-17T20:14:20.942" v="1097" actId="6549"/>
          <ac:spMkLst>
            <pc:docMk/>
            <pc:sldMk cId="1644494044" sldId="258"/>
            <ac:spMk id="18" creationId="{B8ADFEA0-713D-43C4-89CC-AC7889C701D9}"/>
          </ac:spMkLst>
        </pc:spChg>
        <pc:picChg chg="add del">
          <ac:chgData name="Jared Bester" userId="6030738d-fa8a-4f23-899c-405f28b277a8" providerId="ADAL" clId="{33063D51-0453-498F-9721-C6FA1322C3C4}" dt="2026-09-17T20:17:52.214" v="1117" actId="478"/>
          <ac:picMkLst>
            <pc:docMk/>
            <pc:sldMk cId="1644494044" sldId="258"/>
            <ac:picMk id="21" creationId="{475824A2-B455-48AF-1003-404EF71E7F62}"/>
          </ac:picMkLst>
        </pc:picChg>
        <pc:picChg chg="add">
          <ac:chgData name="Jared Bester" userId="6030738d-fa8a-4f23-899c-405f28b277a8" providerId="ADAL" clId="{33063D51-0453-498F-9721-C6FA1322C3C4}" dt="2026-09-17T20:17:52.452" v="1118" actId="22"/>
          <ac:picMkLst>
            <pc:docMk/>
            <pc:sldMk cId="1644494044" sldId="258"/>
            <ac:picMk id="23" creationId="{D25602A6-559A-F407-BD89-E9551EBFED50}"/>
          </ac:picMkLst>
        </pc:picChg>
      </pc:sldChg>
      <pc:sldChg chg="addSp delSp modSp mod">
        <pc:chgData name="Jared Bester" userId="6030738d-fa8a-4f23-899c-405f28b277a8" providerId="ADAL" clId="{33063D51-0453-498F-9721-C6FA1322C3C4}" dt="2026-09-17T20:17:54.248" v="1119" actId="22"/>
        <pc:sldMkLst>
          <pc:docMk/>
          <pc:sldMk cId="949613394" sldId="259"/>
        </pc:sldMkLst>
        <pc:spChg chg="mod">
          <ac:chgData name="Jared Bester" userId="6030738d-fa8a-4f23-899c-405f28b277a8" providerId="ADAL" clId="{33063D51-0453-498F-9721-C6FA1322C3C4}" dt="2026-09-17T20:10:11.314" v="795" actId="20577"/>
          <ac:spMkLst>
            <pc:docMk/>
            <pc:sldMk cId="949613394" sldId="259"/>
            <ac:spMk id="2" creationId="{01158196-2D13-4DCF-B8F0-4AF5EB4EAE2F}"/>
          </ac:spMkLst>
        </pc:spChg>
        <pc:spChg chg="mod">
          <ac:chgData name="Jared Bester" userId="6030738d-fa8a-4f23-899c-405f28b277a8" providerId="ADAL" clId="{33063D51-0453-498F-9721-C6FA1322C3C4}" dt="2026-09-17T20:15:22.247" v="1105" actId="20577"/>
          <ac:spMkLst>
            <pc:docMk/>
            <pc:sldMk cId="949613394" sldId="259"/>
            <ac:spMk id="4" creationId="{B80898C3-A374-4470-8CC0-BF4052010467}"/>
          </ac:spMkLst>
        </pc:spChg>
        <pc:spChg chg="del mod">
          <ac:chgData name="Jared Bester" userId="6030738d-fa8a-4f23-899c-405f28b277a8" providerId="ADAL" clId="{33063D51-0453-498F-9721-C6FA1322C3C4}" dt="2026-09-17T20:10:41.767" v="800" actId="478"/>
          <ac:spMkLst>
            <pc:docMk/>
            <pc:sldMk cId="949613394" sldId="259"/>
            <ac:spMk id="8" creationId="{45B86124-0228-4B25-A711-1FFFE1EF8B04}"/>
          </ac:spMkLst>
        </pc:spChg>
        <pc:spChg chg="del mod">
          <ac:chgData name="Jared Bester" userId="6030738d-fa8a-4f23-899c-405f28b277a8" providerId="ADAL" clId="{33063D51-0453-498F-9721-C6FA1322C3C4}" dt="2026-09-17T20:10:45.540" v="802" actId="478"/>
          <ac:spMkLst>
            <pc:docMk/>
            <pc:sldMk cId="949613394" sldId="259"/>
            <ac:spMk id="9" creationId="{A80419A5-2391-40B9-B7CD-1435EFD5C256}"/>
          </ac:spMkLst>
        </pc:spChg>
        <pc:graphicFrameChg chg="mod modGraphic">
          <ac:chgData name="Jared Bester" userId="6030738d-fa8a-4f23-899c-405f28b277a8" providerId="ADAL" clId="{33063D51-0453-498F-9721-C6FA1322C3C4}" dt="2026-09-17T20:10:29.307" v="798" actId="122"/>
          <ac:graphicFrameMkLst>
            <pc:docMk/>
            <pc:sldMk cId="949613394" sldId="259"/>
            <ac:graphicFrameMk id="7" creationId="{00000000-0000-0000-0000-000000000000}"/>
          </ac:graphicFrameMkLst>
        </pc:graphicFrameChg>
        <pc:picChg chg="add">
          <ac:chgData name="Jared Bester" userId="6030738d-fa8a-4f23-899c-405f28b277a8" providerId="ADAL" clId="{33063D51-0453-498F-9721-C6FA1322C3C4}" dt="2026-09-17T20:17:54.248" v="1119" actId="22"/>
          <ac:picMkLst>
            <pc:docMk/>
            <pc:sldMk cId="949613394" sldId="259"/>
            <ac:picMk id="12" creationId="{1BA696BB-17BD-BC21-FB28-F7E5852AF095}"/>
          </ac:picMkLst>
        </pc:picChg>
      </pc:sldChg>
      <pc:sldChg chg="addSp delSp modSp mod">
        <pc:chgData name="Jared Bester" userId="6030738d-fa8a-4f23-899c-405f28b277a8" providerId="ADAL" clId="{33063D51-0453-498F-9721-C6FA1322C3C4}" dt="2026-09-17T20:17:55.725" v="1120" actId="22"/>
        <pc:sldMkLst>
          <pc:docMk/>
          <pc:sldMk cId="1362436886" sldId="260"/>
        </pc:sldMkLst>
        <pc:spChg chg="mod">
          <ac:chgData name="Jared Bester" userId="6030738d-fa8a-4f23-899c-405f28b277a8" providerId="ADAL" clId="{33063D51-0453-498F-9721-C6FA1322C3C4}" dt="2026-09-17T20:15:25.849" v="1106" actId="20577"/>
          <ac:spMkLst>
            <pc:docMk/>
            <pc:sldMk cId="1362436886" sldId="260"/>
            <ac:spMk id="4" creationId="{9AE9F655-A682-4D75-8CF1-1D29D89E2F91}"/>
          </ac:spMkLst>
        </pc:spChg>
        <pc:spChg chg="mod">
          <ac:chgData name="Jared Bester" userId="6030738d-fa8a-4f23-899c-405f28b277a8" providerId="ADAL" clId="{33063D51-0453-498F-9721-C6FA1322C3C4}" dt="2026-09-17T20:11:16.761" v="833" actId="20577"/>
          <ac:spMkLst>
            <pc:docMk/>
            <pc:sldMk cId="1362436886" sldId="260"/>
            <ac:spMk id="13" creationId="{7B31629E-5AF8-4E99-8305-6FBC85A2BF3B}"/>
          </ac:spMkLst>
        </pc:spChg>
        <pc:spChg chg="mod">
          <ac:chgData name="Jared Bester" userId="6030738d-fa8a-4f23-899c-405f28b277a8" providerId="ADAL" clId="{33063D51-0453-498F-9721-C6FA1322C3C4}" dt="2026-09-17T20:11:21.930" v="843" actId="6549"/>
          <ac:spMkLst>
            <pc:docMk/>
            <pc:sldMk cId="1362436886" sldId="260"/>
            <ac:spMk id="16" creationId="{F64C2AF5-A154-4007-B44C-D9986CC22B33}"/>
          </ac:spMkLst>
        </pc:spChg>
        <pc:spChg chg="mod">
          <ac:chgData name="Jared Bester" userId="6030738d-fa8a-4f23-899c-405f28b277a8" providerId="ADAL" clId="{33063D51-0453-498F-9721-C6FA1322C3C4}" dt="2026-09-17T20:11:56.781" v="949" actId="20577"/>
          <ac:spMkLst>
            <pc:docMk/>
            <pc:sldMk cId="1362436886" sldId="260"/>
            <ac:spMk id="17" creationId="{348F605A-E9F9-4579-8CB4-C06F471B89F2}"/>
          </ac:spMkLst>
        </pc:spChg>
        <pc:spChg chg="del">
          <ac:chgData name="Jared Bester" userId="6030738d-fa8a-4f23-899c-405f28b277a8" providerId="ADAL" clId="{33063D51-0453-498F-9721-C6FA1322C3C4}" dt="2026-09-17T20:10:57.068" v="803" actId="478"/>
          <ac:spMkLst>
            <pc:docMk/>
            <pc:sldMk cId="1362436886" sldId="260"/>
            <ac:spMk id="22" creationId="{D5058883-1653-4257-957E-688B87A64EDF}"/>
          </ac:spMkLst>
        </pc:spChg>
        <pc:picChg chg="add">
          <ac:chgData name="Jared Bester" userId="6030738d-fa8a-4f23-899c-405f28b277a8" providerId="ADAL" clId="{33063D51-0453-498F-9721-C6FA1322C3C4}" dt="2026-09-17T20:17:55.725" v="1120" actId="22"/>
          <ac:picMkLst>
            <pc:docMk/>
            <pc:sldMk cId="1362436886" sldId="260"/>
            <ac:picMk id="25" creationId="{35E66298-9A6B-8E89-3506-B6BD6C977624}"/>
          </ac:picMkLst>
        </pc:picChg>
      </pc:sldChg>
      <pc:sldChg chg="addSp delSp modSp mod modNotesTx">
        <pc:chgData name="Jared Bester" userId="6030738d-fa8a-4f23-899c-405f28b277a8" providerId="ADAL" clId="{33063D51-0453-498F-9721-C6FA1322C3C4}" dt="2026-09-17T20:17:57.105" v="1121" actId="22"/>
        <pc:sldMkLst>
          <pc:docMk/>
          <pc:sldMk cId="934183355" sldId="261"/>
        </pc:sldMkLst>
        <pc:spChg chg="mod">
          <ac:chgData name="Jared Bester" userId="6030738d-fa8a-4f23-899c-405f28b277a8" providerId="ADAL" clId="{33063D51-0453-498F-9721-C6FA1322C3C4}" dt="2026-09-17T20:15:28.879" v="1107" actId="20577"/>
          <ac:spMkLst>
            <pc:docMk/>
            <pc:sldMk cId="934183355" sldId="261"/>
            <ac:spMk id="4" creationId="{12997011-C9D5-4B2A-80C1-EB47641B6445}"/>
          </ac:spMkLst>
        </pc:spChg>
        <pc:spChg chg="mod">
          <ac:chgData name="Jared Bester" userId="6030738d-fa8a-4f23-899c-405f28b277a8" providerId="ADAL" clId="{33063D51-0453-498F-9721-C6FA1322C3C4}" dt="2026-09-17T20:12:43.632" v="996" actId="20577"/>
          <ac:spMkLst>
            <pc:docMk/>
            <pc:sldMk cId="934183355" sldId="261"/>
            <ac:spMk id="7" creationId="{9E63E3E9-219E-4D1E-B827-F6BA370C9FD4}"/>
          </ac:spMkLst>
        </pc:spChg>
        <pc:spChg chg="del">
          <ac:chgData name="Jared Bester" userId="6030738d-fa8a-4f23-899c-405f28b277a8" providerId="ADAL" clId="{33063D51-0453-498F-9721-C6FA1322C3C4}" dt="2026-09-17T20:02:21.067" v="235" actId="478"/>
          <ac:spMkLst>
            <pc:docMk/>
            <pc:sldMk cId="934183355" sldId="261"/>
            <ac:spMk id="8" creationId="{40FE8C17-AE9C-48B1-8D98-EB3A951AFD3F}"/>
          </ac:spMkLst>
        </pc:spChg>
        <pc:graphicFrameChg chg="modGraphic">
          <ac:chgData name="Jared Bester" userId="6030738d-fa8a-4f23-899c-405f28b277a8" providerId="ADAL" clId="{33063D51-0453-498F-9721-C6FA1322C3C4}" dt="2026-09-17T20:12:26.567" v="960" actId="20577"/>
          <ac:graphicFrameMkLst>
            <pc:docMk/>
            <pc:sldMk cId="934183355" sldId="261"/>
            <ac:graphicFrameMk id="6" creationId="{00000000-0000-0000-0000-000000000000}"/>
          </ac:graphicFrameMkLst>
        </pc:graphicFrameChg>
        <pc:picChg chg="add del mod">
          <ac:chgData name="Jared Bester" userId="6030738d-fa8a-4f23-899c-405f28b277a8" providerId="ADAL" clId="{33063D51-0453-498F-9721-C6FA1322C3C4}" dt="2026-09-17T20:04:07.788" v="440" actId="478"/>
          <ac:picMkLst>
            <pc:docMk/>
            <pc:sldMk cId="934183355" sldId="261"/>
            <ac:picMk id="11" creationId="{71CE1E2B-B54E-1AEF-CFDF-88A03C3962C9}"/>
          </ac:picMkLst>
        </pc:picChg>
        <pc:picChg chg="add">
          <ac:chgData name="Jared Bester" userId="6030738d-fa8a-4f23-899c-405f28b277a8" providerId="ADAL" clId="{33063D51-0453-498F-9721-C6FA1322C3C4}" dt="2026-09-17T20:17:57.105" v="1121" actId="22"/>
          <ac:picMkLst>
            <pc:docMk/>
            <pc:sldMk cId="934183355" sldId="261"/>
            <ac:picMk id="13" creationId="{14D10A75-B89A-8E41-8732-501ECC0392D1}"/>
          </ac:picMkLst>
        </pc:picChg>
      </pc:sldChg>
      <pc:sldChg chg="addSp delSp modSp add mod">
        <pc:chgData name="Jared Bester" userId="6030738d-fa8a-4f23-899c-405f28b277a8" providerId="ADAL" clId="{33063D51-0453-498F-9721-C6FA1322C3C4}" dt="2026-09-17T20:17:50.180" v="1116" actId="22"/>
        <pc:sldMkLst>
          <pc:docMk/>
          <pc:sldMk cId="2371613524" sldId="262"/>
        </pc:sldMkLst>
        <pc:spChg chg="mod">
          <ac:chgData name="Jared Bester" userId="6030738d-fa8a-4f23-899c-405f28b277a8" providerId="ADAL" clId="{33063D51-0453-498F-9721-C6FA1322C3C4}" dt="2026-09-17T20:15:14.538" v="1103" actId="20577"/>
          <ac:spMkLst>
            <pc:docMk/>
            <pc:sldMk cId="2371613524" sldId="262"/>
            <ac:spMk id="4" creationId="{6D64060A-CBB2-B44B-8C2A-19383A9BB3FD}"/>
          </ac:spMkLst>
        </pc:spChg>
        <pc:spChg chg="mod">
          <ac:chgData name="Jared Bester" userId="6030738d-fa8a-4f23-899c-405f28b277a8" providerId="ADAL" clId="{33063D51-0453-498F-9721-C6FA1322C3C4}" dt="2026-09-17T20:09:32.139" v="790" actId="20577"/>
          <ac:spMkLst>
            <pc:docMk/>
            <pc:sldMk cId="2371613524" sldId="262"/>
            <ac:spMk id="10" creationId="{6C0400F2-AFA2-81C2-64CF-0102E8133405}"/>
          </ac:spMkLst>
        </pc:spChg>
        <pc:picChg chg="mod">
          <ac:chgData name="Jared Bester" userId="6030738d-fa8a-4f23-899c-405f28b277a8" providerId="ADAL" clId="{33063D51-0453-498F-9721-C6FA1322C3C4}" dt="2026-09-17T20:09:44.312" v="791" actId="1076"/>
          <ac:picMkLst>
            <pc:docMk/>
            <pc:sldMk cId="2371613524" sldId="262"/>
            <ac:picMk id="8" creationId="{6CB69A43-4C81-A026-6529-556F65F6B257}"/>
          </ac:picMkLst>
        </pc:picChg>
        <pc:picChg chg="add del">
          <ac:chgData name="Jared Bester" userId="6030738d-fa8a-4f23-899c-405f28b277a8" providerId="ADAL" clId="{33063D51-0453-498F-9721-C6FA1322C3C4}" dt="2026-09-17T20:17:49.863" v="1115" actId="478"/>
          <ac:picMkLst>
            <pc:docMk/>
            <pc:sldMk cId="2371613524" sldId="262"/>
            <ac:picMk id="22" creationId="{0BFF4D88-7043-A1F8-86B2-C929FCC072ED}"/>
          </ac:picMkLst>
        </pc:picChg>
        <pc:picChg chg="add">
          <ac:chgData name="Jared Bester" userId="6030738d-fa8a-4f23-899c-405f28b277a8" providerId="ADAL" clId="{33063D51-0453-498F-9721-C6FA1322C3C4}" dt="2026-09-17T20:17:50.180" v="1116" actId="22"/>
          <ac:picMkLst>
            <pc:docMk/>
            <pc:sldMk cId="2371613524" sldId="262"/>
            <ac:picMk id="24" creationId="{66FDC2AE-466E-B174-A717-FAB5B908579C}"/>
          </ac:picMkLst>
        </pc:picChg>
      </pc:sldChg>
      <pc:sldChg chg="addSp delSp modSp add mod ord">
        <pc:chgData name="Jared Bester" userId="6030738d-fa8a-4f23-899c-405f28b277a8" providerId="ADAL" clId="{33063D51-0453-498F-9721-C6FA1322C3C4}" dt="2026-09-17T20:18:00.132" v="1122" actId="22"/>
        <pc:sldMkLst>
          <pc:docMk/>
          <pc:sldMk cId="451537474" sldId="263"/>
        </pc:sldMkLst>
        <pc:spChg chg="mod">
          <ac:chgData name="Jared Bester" userId="6030738d-fa8a-4f23-899c-405f28b277a8" providerId="ADAL" clId="{33063D51-0453-498F-9721-C6FA1322C3C4}" dt="2026-09-17T20:15:31.716" v="1108" actId="20577"/>
          <ac:spMkLst>
            <pc:docMk/>
            <pc:sldMk cId="451537474" sldId="263"/>
            <ac:spMk id="4" creationId="{8836855B-D29E-11C5-E452-F5C8D228DC7B}"/>
          </ac:spMkLst>
        </pc:spChg>
        <pc:spChg chg="mod">
          <ac:chgData name="Jared Bester" userId="6030738d-fa8a-4f23-899c-405f28b277a8" providerId="ADAL" clId="{33063D51-0453-498F-9721-C6FA1322C3C4}" dt="2026-09-17T20:13:22.079" v="1017" actId="20577"/>
          <ac:spMkLst>
            <pc:docMk/>
            <pc:sldMk cId="451537474" sldId="263"/>
            <ac:spMk id="6" creationId="{79F85FC6-A785-3A7E-E1E3-E8CDBA422923}"/>
          </ac:spMkLst>
        </pc:spChg>
        <pc:spChg chg="del">
          <ac:chgData name="Jared Bester" userId="6030738d-fa8a-4f23-899c-405f28b277a8" providerId="ADAL" clId="{33063D51-0453-498F-9721-C6FA1322C3C4}" dt="2026-09-17T20:13:24.740" v="1018" actId="478"/>
          <ac:spMkLst>
            <pc:docMk/>
            <pc:sldMk cId="451537474" sldId="263"/>
            <ac:spMk id="7" creationId="{34221BB1-EFBD-4248-8240-3E3365A2A1A1}"/>
          </ac:spMkLst>
        </pc:spChg>
        <pc:picChg chg="add">
          <ac:chgData name="Jared Bester" userId="6030738d-fa8a-4f23-899c-405f28b277a8" providerId="ADAL" clId="{33063D51-0453-498F-9721-C6FA1322C3C4}" dt="2026-09-17T20:18:00.132" v="1122" actId="22"/>
          <ac:picMkLst>
            <pc:docMk/>
            <pc:sldMk cId="451537474" sldId="263"/>
            <ac:picMk id="9" creationId="{2061590C-5A27-C7F7-D4AE-A7F1AFF4C657}"/>
          </ac:picMkLst>
        </pc:picChg>
      </pc:sldChg>
      <pc:sldChg chg="new del">
        <pc:chgData name="Jared Bester" userId="6030738d-fa8a-4f23-899c-405f28b277a8" providerId="ADAL" clId="{33063D51-0453-498F-9721-C6FA1322C3C4}" dt="2026-09-17T20:13:13.056" v="1001" actId="47"/>
        <pc:sldMkLst>
          <pc:docMk/>
          <pc:sldMk cId="2178155733" sldId="263"/>
        </pc:sldMkLst>
      </pc:sldChg>
      <pc:sldChg chg="add del">
        <pc:chgData name="Jared Bester" userId="6030738d-fa8a-4f23-899c-405f28b277a8" providerId="ADAL" clId="{33063D51-0453-498F-9721-C6FA1322C3C4}" dt="2026-09-17T20:13:13.056" v="1001" actId="47"/>
        <pc:sldMkLst>
          <pc:docMk/>
          <pc:sldMk cId="653330135" sldId="264"/>
        </pc:sldMkLst>
      </pc:sldChg>
      <pc:sldChg chg="add del">
        <pc:chgData name="Jared Bester" userId="6030738d-fa8a-4f23-899c-405f28b277a8" providerId="ADAL" clId="{33063D51-0453-498F-9721-C6FA1322C3C4}" dt="2026-09-17T20:13:13.056" v="1001" actId="47"/>
        <pc:sldMkLst>
          <pc:docMk/>
          <pc:sldMk cId="3608501178" sldId="26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4191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dirty="0"/>
              <a:t>A proposed use case: combine employee data, approved HTML templates and individual documents into personalized outbound email. This deck explains the concept, not a deployed system.</a:t>
            </a:r>
          </a:p>
        </p:txBody>
      </p:sp>
      <p:sp>
        <p:nvSpPr>
          <p:cNvPr id="4" name="Slide Number Placeholder 3"/>
          <p:cNvSpPr>
            <a:spLocks noGrp="1"/>
          </p:cNvSpPr>
          <p:nvPr>
            <p:ph type="sldNum" idx="5"/>
          </p:nvPr>
        </p:nvSpPr>
        <p:spPr/>
        <p:txBody>
          <a:bodyPr/>
          <a:lstStyle/>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dirty="0"/>
              <a:t>Icons are generic </a:t>
            </a:r>
            <a:r>
              <a:rPr dirty="0" err="1"/>
              <a:t>Lucide</a:t>
            </a:r>
            <a:r>
              <a:rPr dirty="0"/>
              <a:t> icons, not Outlook or Excel logos. Proposed implementation: use Microsoft Graph for Microsoft 365 email, an Excel-maintained employee list exported to CSV, and files accessible to the authorized script identity. PowerShell coordinates file access and attachments; creating or editing PDF content may require additional tooling. Classic Outlook COM is a separate Windows desktop option, not the recommended unattended architecture.</a:t>
            </a:r>
          </a:p>
        </p:txBody>
      </p:sp>
      <p:sp>
        <p:nvSpPr>
          <p:cNvPr id="4" name="Slide Number Placeholder 3"/>
          <p:cNvSpPr>
            <a:spLocks noGrp="1"/>
          </p:cNvSpPr>
          <p:nvPr>
            <p:ph type="sldNum" idx="5"/>
          </p:nvPr>
        </p:nvSpPr>
        <p:spPr/>
        <p:txBody>
          <a:bodyPr/>
          <a:lstStyle/>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33BC1-E3F2-8743-5B5B-17034BD9D9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1B3441-9DC1-034E-12A1-B4D5253892BB}"/>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0758CCEE-FEB2-37CC-9158-F003AB038D0F}"/>
              </a:ext>
            </a:extLst>
          </p:cNvPr>
          <p:cNvSpPr>
            <a:spLocks noGrp="1"/>
          </p:cNvSpPr>
          <p:nvPr>
            <p:ph type="body" idx="1"/>
          </p:nvPr>
        </p:nvSpPr>
        <p:spPr/>
        <p:txBody>
          <a:bodyPr/>
          <a:lstStyle/>
          <a:p>
            <a:r>
              <a:rPr dirty="0"/>
              <a:t>Icons are generic </a:t>
            </a:r>
            <a:r>
              <a:rPr dirty="0" err="1"/>
              <a:t>Lucide</a:t>
            </a:r>
            <a:r>
              <a:rPr dirty="0"/>
              <a:t> icons, not Outlook or Excel logos. Proposed implementation: use Microsoft Graph for Microsoft 365 email, an Excel-maintained employee list exported to CSV, and files accessible to the authorized script identity. PowerShell coordinates file access and attachments; creating or editing PDF content may require additional tooling. Classic Outlook COM is a separate Windows desktop option, not the recommended unattended architecture.</a:t>
            </a:r>
          </a:p>
        </p:txBody>
      </p:sp>
      <p:sp>
        <p:nvSpPr>
          <p:cNvPr id="4" name="Slide Number Placeholder 3">
            <a:extLst>
              <a:ext uri="{FF2B5EF4-FFF2-40B4-BE49-F238E27FC236}">
                <a16:creationId xmlns:a16="http://schemas.microsoft.com/office/drawing/2014/main" id="{F702A4AF-B6FA-FC0E-5148-1EC79AD49BA7}"/>
              </a:ext>
            </a:extLst>
          </p:cNvPr>
          <p:cNvSpPr>
            <a:spLocks noGrp="1"/>
          </p:cNvSpPr>
          <p:nvPr>
            <p:ph type="sldNum" idx="5"/>
          </p:nvPr>
        </p:nvSpPr>
        <p:spPr/>
        <p:txBody>
          <a:bodyPr/>
          <a:lstStyle/>
          <a:p>
            <a:endParaRPr dirty="0"/>
          </a:p>
        </p:txBody>
      </p:sp>
    </p:spTree>
    <p:extLst>
      <p:ext uri="{BB962C8B-B14F-4D97-AF65-F5344CB8AC3E}">
        <p14:creationId xmlns:p14="http://schemas.microsoft.com/office/powerpoint/2010/main" val="21408751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dirty="0"/>
          </a:p>
        </p:txBody>
      </p:sp>
      <p:sp>
        <p:nvSpPr>
          <p:cNvPr id="3" name="Notes Placeholder 2"/>
          <p:cNvSpPr>
            <a:spLocks noGrp="1"/>
          </p:cNvSpPr>
          <p:nvPr>
            <p:ph type="body" idx="1"/>
          </p:nvPr>
        </p:nvSpPr>
        <p:spPr/>
        <p:txBody>
          <a:bodyPr/>
          <a:lstStyle/>
          <a:p>
            <a:r>
              <a:rPr dirty="0"/>
              <a:t>User-provided business problem. Language preference and personal attachments are independent requirements. Tax statements can contain sensitive personal information: delivery must follow company privacy policy and verify that each file belongs to the recipient.</a:t>
            </a:r>
          </a:p>
        </p:txBody>
      </p:sp>
      <p:sp>
        <p:nvSpPr>
          <p:cNvPr id="4" name="Slide Number Placeholder 3"/>
          <p:cNvSpPr>
            <a:spLocks noGrp="1"/>
          </p:cNvSpPr>
          <p:nvPr>
            <p:ph type="sldNum" idx="5"/>
          </p:nvPr>
        </p:nvSpPr>
        <p:spPr/>
        <p:txBody>
          <a:bodyPr/>
          <a:lstStyle/>
          <a:p>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dirty="0"/>
          </a:p>
        </p:txBody>
      </p:sp>
      <p:sp>
        <p:nvSpPr>
          <p:cNvPr id="3" name="Notes Placeholder 2"/>
          <p:cNvSpPr>
            <a:spLocks noGrp="1"/>
          </p:cNvSpPr>
          <p:nvPr>
            <p:ph type="body" idx="1"/>
          </p:nvPr>
        </p:nvSpPr>
        <p:spPr/>
        <p:txBody>
          <a:bodyPr/>
          <a:lstStyle/>
          <a:p>
            <a:r>
              <a:rPr dirty="0"/>
              <a:t>Rows and email addresses are fictitious. Suggested production columns: employee ID, name, email, language, personal document path, and optional supplemental paths. Keep approved HTML template mappings separate from recipient data. CSV is a simple native PowerShell approach; direct XLSX processing requires an appropriate Excel integration or library. Use unique IDs to validate ownership, not filenames alone.</a:t>
            </a:r>
          </a:p>
        </p:txBody>
      </p:sp>
      <p:sp>
        <p:nvSpPr>
          <p:cNvPr id="4" name="Slide Number Placeholder 3"/>
          <p:cNvSpPr>
            <a:spLocks noGrp="1"/>
          </p:cNvSpPr>
          <p:nvPr>
            <p:ph type="sldNum" idx="5"/>
          </p:nvPr>
        </p:nvSpPr>
        <p:spPr/>
        <p:txBody>
          <a:bodyPr/>
          <a:lstStyle/>
          <a:p>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dirty="0"/>
          </a:p>
        </p:txBody>
      </p:sp>
      <p:sp>
        <p:nvSpPr>
          <p:cNvPr id="3" name="Notes Placeholder 2"/>
          <p:cNvSpPr>
            <a:spLocks noGrp="1"/>
          </p:cNvSpPr>
          <p:nvPr>
            <p:ph type="body" idx="1"/>
          </p:nvPr>
        </p:nvSpPr>
        <p:spPr/>
        <p:txBody>
          <a:bodyPr/>
          <a:lstStyle/>
          <a:p>
            <a:r>
              <a:rPr dirty="0"/>
              <a:t>Proposed workflow, not an existing implementation. Validate required fields, allowed language, file existence and ownership before sending. Hold records with missing or ambiguous data. Use approved authentication, least privilege and protected logs. Graph </a:t>
            </a:r>
            <a:r>
              <a:rPr dirty="0" err="1"/>
              <a:t>sendMail</a:t>
            </a:r>
            <a:r>
              <a:rPr dirty="0"/>
              <a:t> supports HTML and attachments; a 202 response is acceptance for processing, not confirmation of delivery. Avoid the obsolete Send-</a:t>
            </a:r>
            <a:r>
              <a:rPr dirty="0" err="1"/>
              <a:t>MailMessage</a:t>
            </a:r>
            <a:r>
              <a:rPr dirty="0"/>
              <a:t> cmdlet. For sensitive tax statements, confirm policy permits email or use a secure document portal.</a:t>
            </a:r>
          </a:p>
        </p:txBody>
      </p:sp>
      <p:sp>
        <p:nvSpPr>
          <p:cNvPr id="4" name="Slide Number Placeholder 3"/>
          <p:cNvSpPr>
            <a:spLocks noGrp="1"/>
          </p:cNvSpPr>
          <p:nvPr>
            <p:ph type="sldNum" idx="5"/>
          </p:nvPr>
        </p:nvSpPr>
        <p:spPr/>
        <p:txBody>
          <a:bodyPr/>
          <a:lstStyle/>
          <a:p>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dirty="0"/>
              <a:t>Fair comparison: standard Word email Mail Merge can send HTML, but Microsoft documents that email merge cannot add attachments. Add-ins and custom VBA can extend Word; the comparison is to the standard built-in workflow. Benefits are proposed capabilities, not measured results. Sources: Microsoft Support, Use mail merge to send bulk email messages; Microsoft Learn, user: send Mail; Microsoft Learn, Import-Csv. References for implementation review: https://support.microsoft.com/en-us/office/use-mail-merge-to-send-bulk-email-messages-0f123521-20ce-4aa8-8b62-ac211dedefa4 ; https://learn.microsoft.com/en-us/graph/api/user-sendmail?view=graph-rest-1.0 ; https://learn.microsoft.com/en-us/powershell/module/microsoft.powershell.utility/import-csv . Live documentation verification was unavailable during preparation; confirm behavior in the target environment.</a:t>
            </a:r>
          </a:p>
        </p:txBody>
      </p:sp>
      <p:sp>
        <p:nvSpPr>
          <p:cNvPr id="4" name="Slide Number Placeholder 3"/>
          <p:cNvSpPr>
            <a:spLocks noGrp="1"/>
          </p:cNvSpPr>
          <p:nvPr>
            <p:ph type="sldNum" idx="5"/>
          </p:nvPr>
        </p:nvSpPr>
        <p:spPr/>
        <p:txBody>
          <a:bodyPr/>
          <a:lstStyle/>
          <a:p>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1E6C2-8F30-81A9-627A-4EA6DED1E2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C08B5C-54B9-3BEF-1FFE-7D820C26C6FA}"/>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DA42A220-6002-1EA9-2F69-888CD1928CF3}"/>
              </a:ext>
            </a:extLst>
          </p:cNvPr>
          <p:cNvSpPr>
            <a:spLocks noGrp="1"/>
          </p:cNvSpPr>
          <p:nvPr>
            <p:ph type="body" idx="1"/>
          </p:nvPr>
        </p:nvSpPr>
        <p:spPr/>
        <p:txBody>
          <a:bodyPr/>
          <a:lstStyle/>
          <a:p>
            <a:r>
              <a:rPr dirty="0"/>
              <a:t>Icons are generic </a:t>
            </a:r>
            <a:r>
              <a:rPr dirty="0" err="1"/>
              <a:t>Lucide</a:t>
            </a:r>
            <a:r>
              <a:rPr dirty="0"/>
              <a:t> icons, not Outlook or Excel logos. Proposed implementation: use Microsoft Graph for Microsoft 365 email, an Excel-maintained employee list exported to CSV, and files accessible to the authorized script identity. PowerShell coordinates file access and attachments; creating or editing PDF content may require additional tooling. Classic Outlook COM is a separate Windows desktop option, not the recommended unattended architecture.</a:t>
            </a:r>
          </a:p>
        </p:txBody>
      </p:sp>
      <p:sp>
        <p:nvSpPr>
          <p:cNvPr id="4" name="Slide Number Placeholder 3">
            <a:extLst>
              <a:ext uri="{FF2B5EF4-FFF2-40B4-BE49-F238E27FC236}">
                <a16:creationId xmlns:a16="http://schemas.microsoft.com/office/drawing/2014/main" id="{D4FD4ABF-2A53-D60E-FF9B-C9188AD3BCF9}"/>
              </a:ext>
            </a:extLst>
          </p:cNvPr>
          <p:cNvSpPr>
            <a:spLocks noGrp="1"/>
          </p:cNvSpPr>
          <p:nvPr>
            <p:ph type="sldNum" idx="5"/>
          </p:nvPr>
        </p:nvSpPr>
        <p:spPr/>
        <p:txBody>
          <a:bodyPr/>
          <a:lstStyle/>
          <a:p>
            <a:endParaRPr dirty="0"/>
          </a:p>
        </p:txBody>
      </p:sp>
    </p:spTree>
    <p:extLst>
      <p:ext uri="{BB962C8B-B14F-4D97-AF65-F5344CB8AC3E}">
        <p14:creationId xmlns:p14="http://schemas.microsoft.com/office/powerpoint/2010/main" val="15525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8102494"/>
      </p:ext>
    </p:extLst>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mailto:alex@example.com"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hyperlink" Target="mailto:lee@example.com" TargetMode="External"/><Relationship Id="rId4" Type="http://schemas.openxmlformats.org/officeDocument/2006/relationships/hyperlink" Target="mailto:sam@example.com"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2ED784-942F-44F4-B991-7E3967DEDA21}"/>
              </a:ext>
            </a:extLst>
          </p:cNvPr>
          <p:cNvSpPr>
            <a:spLocks noGrp="1"/>
          </p:cNvSpPr>
          <p:nvPr/>
        </p:nvSpPr>
        <p:spPr>
          <a:xfrm>
            <a:off x="609600" y="333375"/>
            <a:ext cx="10477500" cy="247650"/>
          </a:xfrm>
          <a:prstGeom prst="rect">
            <a:avLst/>
          </a:prstGeom>
          <a:noFill/>
          <a:ln w="0">
            <a:noFill/>
          </a:ln>
        </p:spPr>
        <p:txBody>
          <a:bodyPr anchor="t"/>
          <a:lstStyle/>
          <a:p>
            <a:pPr>
              <a:defRPr sz="1275" b="1">
                <a:solidFill>
                  <a:srgbClr val="007F78"/>
                </a:solidFill>
                <a:latin typeface="Arial"/>
                <a:ea typeface="Arial"/>
                <a:cs typeface="Arial"/>
              </a:defRPr>
            </a:pPr>
            <a:r>
              <a:rPr sz="1275" b="1" dirty="0">
                <a:solidFill>
                  <a:srgbClr val="007F78"/>
                </a:solidFill>
                <a:latin typeface="Arial"/>
                <a:ea typeface="Arial"/>
                <a:cs typeface="Arial"/>
              </a:rPr>
              <a:t>A PRACTICAL AUTOMATION USE CASE</a:t>
            </a:r>
          </a:p>
        </p:txBody>
      </p:sp>
      <p:sp>
        <p:nvSpPr>
          <p:cNvPr id="2" name="Rectangle 1">
            <a:extLst>
              <a:ext uri="{FF2B5EF4-FFF2-40B4-BE49-F238E27FC236}">
                <a16:creationId xmlns:a16="http://schemas.microsoft.com/office/drawing/2014/main" id="{FDBB172D-AF87-4BA7-AEEE-E5C2C4EE8A13}"/>
              </a:ext>
            </a:extLst>
          </p:cNvPr>
          <p:cNvSpPr>
            <a:spLocks noGrp="1"/>
          </p:cNvSpPr>
          <p:nvPr/>
        </p:nvSpPr>
        <p:spPr>
          <a:xfrm>
            <a:off x="609600" y="6324600"/>
            <a:ext cx="10972800" cy="19050"/>
          </a:xfrm>
          <a:prstGeom prst="rect">
            <a:avLst/>
          </a:prstGeom>
          <a:solidFill>
            <a:srgbClr val="C6DEDA"/>
          </a:solidFill>
          <a:ln w="0">
            <a:noFill/>
          </a:ln>
        </p:spPr>
        <p:txBody>
          <a:bodyPr/>
          <a:lstStyle/>
          <a:p>
            <a:endParaRPr lang="en-CA" dirty="0"/>
          </a:p>
        </p:txBody>
      </p:sp>
      <p:sp>
        <p:nvSpPr>
          <p:cNvPr id="3" name="Rectangle 2">
            <a:extLst>
              <a:ext uri="{FF2B5EF4-FFF2-40B4-BE49-F238E27FC236}">
                <a16:creationId xmlns:a16="http://schemas.microsoft.com/office/drawing/2014/main" id="{A761A939-7824-4996-B377-E6B20372EA09}"/>
              </a:ext>
            </a:extLst>
          </p:cNvPr>
          <p:cNvSpPr>
            <a:spLocks noGrp="1"/>
          </p:cNvSpPr>
          <p:nvPr/>
        </p:nvSpPr>
        <p:spPr>
          <a:xfrm>
            <a:off x="609600" y="6448425"/>
            <a:ext cx="10382250" cy="171450"/>
          </a:xfrm>
          <a:prstGeom prst="rect">
            <a:avLst/>
          </a:prstGeom>
          <a:noFill/>
          <a:ln w="0">
            <a:noFill/>
          </a:ln>
        </p:spPr>
        <p:txBody>
          <a:bodyPr anchor="t"/>
          <a:lstStyle/>
          <a:p>
            <a:pPr>
              <a:defRPr sz="900" b="0">
                <a:solidFill>
                  <a:srgbClr val="526663"/>
                </a:solidFill>
                <a:latin typeface="Arial"/>
                <a:ea typeface="Arial"/>
                <a:cs typeface="Arial"/>
              </a:defRPr>
            </a:pPr>
            <a:r>
              <a:rPr sz="900" b="0" dirty="0">
                <a:solidFill>
                  <a:srgbClr val="526663"/>
                </a:solidFill>
                <a:latin typeface="Arial"/>
                <a:ea typeface="Arial"/>
                <a:cs typeface="Arial"/>
              </a:rPr>
              <a:t>POWERSHELL  /  PERSONALIZED EMPLOYEE EMAIL</a:t>
            </a:r>
            <a:r>
              <a:rPr lang="en-CA" sz="900" dirty="0">
                <a:solidFill>
                  <a:srgbClr val="526663"/>
                </a:solidFill>
                <a:latin typeface="Arial"/>
                <a:ea typeface="Arial"/>
                <a:cs typeface="Arial"/>
              </a:rPr>
              <a:t>S</a:t>
            </a:r>
            <a:endParaRPr sz="900" b="0" dirty="0">
              <a:solidFill>
                <a:srgbClr val="526663"/>
              </a:solidFill>
              <a:latin typeface="Arial"/>
              <a:ea typeface="Arial"/>
              <a:cs typeface="Arial"/>
            </a:endParaRPr>
          </a:p>
        </p:txBody>
      </p:sp>
      <p:sp>
        <p:nvSpPr>
          <p:cNvPr id="4" name="Rectangle 3">
            <a:extLst>
              <a:ext uri="{FF2B5EF4-FFF2-40B4-BE49-F238E27FC236}">
                <a16:creationId xmlns:a16="http://schemas.microsoft.com/office/drawing/2014/main" id="{9DFCC957-D6E7-4D6A-A155-2565739FB746}"/>
              </a:ext>
            </a:extLst>
          </p:cNvPr>
          <p:cNvSpPr>
            <a:spLocks noGrp="1"/>
          </p:cNvSpPr>
          <p:nvPr/>
        </p:nvSpPr>
        <p:spPr>
          <a:xfrm>
            <a:off x="11125200" y="6419850"/>
            <a:ext cx="476250" cy="228600"/>
          </a:xfrm>
          <a:prstGeom prst="rect">
            <a:avLst/>
          </a:prstGeom>
          <a:noFill/>
          <a:ln w="0">
            <a:noFill/>
          </a:ln>
        </p:spPr>
        <p:txBody>
          <a:bodyPr anchor="t"/>
          <a:lstStyle/>
          <a:p>
            <a:pPr>
              <a:defRPr sz="1050" b="1">
                <a:solidFill>
                  <a:srgbClr val="007F78"/>
                </a:solidFill>
                <a:latin typeface="Arial"/>
                <a:ea typeface="Arial"/>
                <a:cs typeface="Arial"/>
              </a:defRPr>
            </a:pPr>
            <a:r>
              <a:rPr sz="1050" b="1" dirty="0">
                <a:solidFill>
                  <a:srgbClr val="007F78"/>
                </a:solidFill>
                <a:latin typeface="Arial"/>
                <a:ea typeface="Arial"/>
                <a:cs typeface="Arial"/>
              </a:rPr>
              <a:t>01</a:t>
            </a:r>
          </a:p>
        </p:txBody>
      </p:sp>
      <p:sp>
        <p:nvSpPr>
          <p:cNvPr id="5" name="Rectangle 4">
            <a:extLst>
              <a:ext uri="{FF2B5EF4-FFF2-40B4-BE49-F238E27FC236}">
                <a16:creationId xmlns:a16="http://schemas.microsoft.com/office/drawing/2014/main" id="{16A5E5A1-7B17-4233-BF93-36BD35A5B4C6}"/>
              </a:ext>
            </a:extLst>
          </p:cNvPr>
          <p:cNvSpPr>
            <a:spLocks noGrp="1"/>
          </p:cNvSpPr>
          <p:nvPr/>
        </p:nvSpPr>
        <p:spPr>
          <a:xfrm>
            <a:off x="609600" y="1476375"/>
            <a:ext cx="914400" cy="66675"/>
          </a:xfrm>
          <a:prstGeom prst="rect">
            <a:avLst/>
          </a:prstGeom>
          <a:solidFill>
            <a:srgbClr val="007F78"/>
          </a:solidFill>
          <a:ln w="0">
            <a:noFill/>
          </a:ln>
        </p:spPr>
        <p:txBody>
          <a:bodyPr/>
          <a:lstStyle/>
          <a:p>
            <a:endParaRPr lang="en-CA" dirty="0"/>
          </a:p>
        </p:txBody>
      </p:sp>
      <p:sp>
        <p:nvSpPr>
          <p:cNvPr id="6" name="Rectangle 5">
            <a:extLst>
              <a:ext uri="{FF2B5EF4-FFF2-40B4-BE49-F238E27FC236}">
                <a16:creationId xmlns:a16="http://schemas.microsoft.com/office/drawing/2014/main" id="{A0503C0F-720F-4E8C-A45D-4CE13C6FAE54}"/>
              </a:ext>
            </a:extLst>
          </p:cNvPr>
          <p:cNvSpPr>
            <a:spLocks noGrp="1"/>
          </p:cNvSpPr>
          <p:nvPr/>
        </p:nvSpPr>
        <p:spPr>
          <a:xfrm>
            <a:off x="609600" y="1990725"/>
            <a:ext cx="10763250" cy="1771650"/>
          </a:xfrm>
          <a:prstGeom prst="rect">
            <a:avLst/>
          </a:prstGeom>
          <a:noFill/>
          <a:ln w="0">
            <a:noFill/>
          </a:ln>
        </p:spPr>
        <p:txBody>
          <a:bodyPr anchor="t"/>
          <a:lstStyle/>
          <a:p>
            <a:pPr>
              <a:defRPr sz="5100" b="1">
                <a:solidFill>
                  <a:srgbClr val="203332"/>
                </a:solidFill>
                <a:latin typeface="Arial"/>
                <a:ea typeface="Arial"/>
                <a:cs typeface="Arial"/>
              </a:defRPr>
            </a:pPr>
            <a:r>
              <a:rPr sz="5100" b="1" dirty="0">
                <a:solidFill>
                  <a:srgbClr val="203332"/>
                </a:solidFill>
                <a:latin typeface="Arial"/>
                <a:ea typeface="Arial"/>
                <a:cs typeface="Arial"/>
              </a:rPr>
              <a:t>Personalized email.</a:t>
            </a:r>
          </a:p>
          <a:p>
            <a:pPr>
              <a:defRPr sz="5100" b="1">
                <a:solidFill>
                  <a:srgbClr val="203332"/>
                </a:solidFill>
                <a:latin typeface="Arial"/>
                <a:ea typeface="Arial"/>
                <a:cs typeface="Arial"/>
              </a:defRPr>
            </a:pPr>
            <a:r>
              <a:rPr sz="5100" b="1" dirty="0">
                <a:solidFill>
                  <a:srgbClr val="203332"/>
                </a:solidFill>
                <a:latin typeface="Arial"/>
                <a:ea typeface="Arial"/>
                <a:cs typeface="Arial"/>
              </a:rPr>
              <a:t>Powered by PowerShell.</a:t>
            </a:r>
          </a:p>
        </p:txBody>
      </p:sp>
      <p:sp>
        <p:nvSpPr>
          <p:cNvPr id="7" name="Rectangle 6">
            <a:extLst>
              <a:ext uri="{FF2B5EF4-FFF2-40B4-BE49-F238E27FC236}">
                <a16:creationId xmlns:a16="http://schemas.microsoft.com/office/drawing/2014/main" id="{EF9CFB70-26C1-498A-8C3F-9B4227F393FB}"/>
              </a:ext>
            </a:extLst>
          </p:cNvPr>
          <p:cNvSpPr>
            <a:spLocks noGrp="1"/>
          </p:cNvSpPr>
          <p:nvPr/>
        </p:nvSpPr>
        <p:spPr>
          <a:xfrm>
            <a:off x="647700" y="4143375"/>
            <a:ext cx="10668000" cy="609600"/>
          </a:xfrm>
          <a:prstGeom prst="rect">
            <a:avLst/>
          </a:prstGeom>
          <a:noFill/>
          <a:ln w="0">
            <a:noFill/>
          </a:ln>
        </p:spPr>
        <p:txBody>
          <a:bodyPr anchor="t"/>
          <a:lstStyle/>
          <a:p>
            <a:pPr>
              <a:defRPr sz="2100" b="0">
                <a:solidFill>
                  <a:srgbClr val="007F78"/>
                </a:solidFill>
                <a:latin typeface="Arial"/>
                <a:ea typeface="Arial"/>
                <a:cs typeface="Arial"/>
              </a:defRPr>
            </a:pPr>
            <a:r>
              <a:rPr sz="2100" b="0" dirty="0">
                <a:solidFill>
                  <a:srgbClr val="007F78"/>
                </a:solidFill>
                <a:latin typeface="Arial"/>
                <a:ea typeface="Arial"/>
                <a:cs typeface="Arial"/>
              </a:rPr>
              <a:t>The right language. The right document. Every employee.</a:t>
            </a:r>
          </a:p>
        </p:txBody>
      </p:sp>
      <p:pic>
        <p:nvPicPr>
          <p:cNvPr id="10" name="Picture 9">
            <a:extLst>
              <a:ext uri="{FF2B5EF4-FFF2-40B4-BE49-F238E27FC236}">
                <a16:creationId xmlns:a16="http://schemas.microsoft.com/office/drawing/2014/main" id="{BFA527E5-2AB2-AD12-C329-2546DACB1E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76356" y="125463"/>
            <a:ext cx="2293700" cy="249193"/>
          </a:xfrm>
          <a:prstGeom prst="rect">
            <a:avLst/>
          </a:prstGeom>
        </p:spPr>
      </p:pic>
    </p:spTree>
    <p:extLst>
      <p:ext uri="{BB962C8B-B14F-4D97-AF65-F5344CB8AC3E}">
        <p14:creationId xmlns:p14="http://schemas.microsoft.com/office/powerpoint/2010/main" val="21442113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5E48DC24-9815-4E86-A315-90449055125B}"/>
              </a:ext>
            </a:extLst>
          </p:cNvPr>
          <p:cNvSpPr>
            <a:spLocks noGrp="1"/>
          </p:cNvSpPr>
          <p:nvPr/>
        </p:nvSpPr>
        <p:spPr>
          <a:xfrm>
            <a:off x="609600" y="333375"/>
            <a:ext cx="10477500" cy="247650"/>
          </a:xfrm>
          <a:prstGeom prst="rect">
            <a:avLst/>
          </a:prstGeom>
          <a:noFill/>
          <a:ln w="0">
            <a:noFill/>
          </a:ln>
        </p:spPr>
        <p:txBody>
          <a:bodyPr anchor="t"/>
          <a:lstStyle/>
          <a:p>
            <a:pPr>
              <a:defRPr sz="1275" b="1">
                <a:solidFill>
                  <a:srgbClr val="007F78"/>
                </a:solidFill>
                <a:latin typeface="Arial"/>
                <a:ea typeface="Arial"/>
                <a:cs typeface="Arial"/>
              </a:defRPr>
            </a:pPr>
            <a:r>
              <a:rPr sz="1275" b="1" dirty="0">
                <a:solidFill>
                  <a:srgbClr val="007F78"/>
                </a:solidFill>
                <a:latin typeface="Arial"/>
                <a:ea typeface="Arial"/>
                <a:cs typeface="Arial"/>
              </a:rPr>
              <a:t>THE CAPABILITY</a:t>
            </a:r>
          </a:p>
        </p:txBody>
      </p:sp>
      <p:sp>
        <p:nvSpPr>
          <p:cNvPr id="2" name="Rectangle 1">
            <a:extLst>
              <a:ext uri="{FF2B5EF4-FFF2-40B4-BE49-F238E27FC236}">
                <a16:creationId xmlns:a16="http://schemas.microsoft.com/office/drawing/2014/main" id="{E3F1F976-FC41-4597-B558-2A77A5AB2837}"/>
              </a:ext>
            </a:extLst>
          </p:cNvPr>
          <p:cNvSpPr>
            <a:spLocks noGrp="1"/>
          </p:cNvSpPr>
          <p:nvPr/>
        </p:nvSpPr>
        <p:spPr>
          <a:xfrm>
            <a:off x="609600" y="809625"/>
            <a:ext cx="10934700" cy="1104900"/>
          </a:xfrm>
          <a:prstGeom prst="rect">
            <a:avLst/>
          </a:prstGeom>
          <a:noFill/>
          <a:ln w="0">
            <a:noFill/>
          </a:ln>
        </p:spPr>
        <p:txBody>
          <a:bodyPr anchor="t"/>
          <a:lstStyle/>
          <a:p>
            <a:pPr>
              <a:defRPr sz="3600" b="1">
                <a:solidFill>
                  <a:srgbClr val="203332"/>
                </a:solidFill>
                <a:latin typeface="Arial"/>
                <a:ea typeface="Arial"/>
                <a:cs typeface="Arial"/>
              </a:defRPr>
            </a:pPr>
            <a:r>
              <a:rPr lang="en-CA" sz="3600" b="1" dirty="0">
                <a:solidFill>
                  <a:srgbClr val="203332"/>
                </a:solidFill>
                <a:latin typeface="Arial"/>
                <a:ea typeface="Arial"/>
                <a:cs typeface="Arial"/>
              </a:rPr>
              <a:t>Use Case</a:t>
            </a:r>
            <a:endParaRPr sz="3600" b="1" dirty="0">
              <a:solidFill>
                <a:srgbClr val="203332"/>
              </a:solidFill>
              <a:latin typeface="Arial"/>
              <a:ea typeface="Arial"/>
              <a:cs typeface="Arial"/>
            </a:endParaRPr>
          </a:p>
        </p:txBody>
      </p:sp>
      <p:sp>
        <p:nvSpPr>
          <p:cNvPr id="3" name="Rectangle 2">
            <a:extLst>
              <a:ext uri="{FF2B5EF4-FFF2-40B4-BE49-F238E27FC236}">
                <a16:creationId xmlns:a16="http://schemas.microsoft.com/office/drawing/2014/main" id="{FA2B7ADE-8CB2-48D7-A520-99A80F2384F3}"/>
              </a:ext>
            </a:extLst>
          </p:cNvPr>
          <p:cNvSpPr>
            <a:spLocks noGrp="1"/>
          </p:cNvSpPr>
          <p:nvPr/>
        </p:nvSpPr>
        <p:spPr>
          <a:xfrm>
            <a:off x="609600" y="6324600"/>
            <a:ext cx="10972800" cy="19050"/>
          </a:xfrm>
          <a:prstGeom prst="rect">
            <a:avLst/>
          </a:prstGeom>
          <a:solidFill>
            <a:srgbClr val="C6DEDA"/>
          </a:solidFill>
          <a:ln w="0">
            <a:noFill/>
          </a:ln>
        </p:spPr>
        <p:txBody>
          <a:bodyPr/>
          <a:lstStyle/>
          <a:p>
            <a:endParaRPr lang="en-CA" dirty="0"/>
          </a:p>
        </p:txBody>
      </p:sp>
      <p:sp>
        <p:nvSpPr>
          <p:cNvPr id="4" name="Rectangle 3">
            <a:extLst>
              <a:ext uri="{FF2B5EF4-FFF2-40B4-BE49-F238E27FC236}">
                <a16:creationId xmlns:a16="http://schemas.microsoft.com/office/drawing/2014/main" id="{BED1A160-4E74-4F48-975F-A6CA03DF92FE}"/>
              </a:ext>
            </a:extLst>
          </p:cNvPr>
          <p:cNvSpPr>
            <a:spLocks noGrp="1"/>
          </p:cNvSpPr>
          <p:nvPr/>
        </p:nvSpPr>
        <p:spPr>
          <a:xfrm>
            <a:off x="609600" y="6448425"/>
            <a:ext cx="10382250" cy="171450"/>
          </a:xfrm>
          <a:prstGeom prst="rect">
            <a:avLst/>
          </a:prstGeom>
          <a:noFill/>
          <a:ln w="0">
            <a:noFill/>
          </a:ln>
        </p:spPr>
        <p:txBody>
          <a:bodyPr anchor="t"/>
          <a:lstStyle/>
          <a:p>
            <a:pPr>
              <a:defRPr sz="900" b="0">
                <a:solidFill>
                  <a:srgbClr val="526663"/>
                </a:solidFill>
                <a:latin typeface="Arial"/>
                <a:ea typeface="Arial"/>
                <a:cs typeface="Arial"/>
              </a:defRPr>
            </a:pPr>
            <a:r>
              <a:rPr sz="900" b="0" dirty="0">
                <a:solidFill>
                  <a:srgbClr val="526663"/>
                </a:solidFill>
                <a:latin typeface="Arial"/>
                <a:ea typeface="Arial"/>
                <a:cs typeface="Arial"/>
              </a:rPr>
              <a:t>POWERSHELL  /  PERSONALIZED EMPLOYEE EMAIL</a:t>
            </a:r>
            <a:r>
              <a:rPr lang="en-CA" sz="900" b="0" dirty="0">
                <a:solidFill>
                  <a:srgbClr val="526663"/>
                </a:solidFill>
                <a:latin typeface="Arial"/>
                <a:ea typeface="Arial"/>
                <a:cs typeface="Arial"/>
              </a:rPr>
              <a:t>S</a:t>
            </a:r>
            <a:endParaRPr sz="900" b="0" dirty="0">
              <a:solidFill>
                <a:srgbClr val="526663"/>
              </a:solidFill>
              <a:latin typeface="Arial"/>
              <a:ea typeface="Arial"/>
              <a:cs typeface="Arial"/>
            </a:endParaRPr>
          </a:p>
        </p:txBody>
      </p:sp>
      <p:sp>
        <p:nvSpPr>
          <p:cNvPr id="5" name="Rectangle 4">
            <a:extLst>
              <a:ext uri="{FF2B5EF4-FFF2-40B4-BE49-F238E27FC236}">
                <a16:creationId xmlns:a16="http://schemas.microsoft.com/office/drawing/2014/main" id="{B50CA356-4A3D-409C-B6DF-F2BB5D135D44}"/>
              </a:ext>
            </a:extLst>
          </p:cNvPr>
          <p:cNvSpPr>
            <a:spLocks noGrp="1"/>
          </p:cNvSpPr>
          <p:nvPr/>
        </p:nvSpPr>
        <p:spPr>
          <a:xfrm>
            <a:off x="11125200" y="6419850"/>
            <a:ext cx="476250" cy="228600"/>
          </a:xfrm>
          <a:prstGeom prst="rect">
            <a:avLst/>
          </a:prstGeom>
          <a:noFill/>
          <a:ln w="0">
            <a:noFill/>
          </a:ln>
        </p:spPr>
        <p:txBody>
          <a:bodyPr anchor="t"/>
          <a:lstStyle/>
          <a:p>
            <a:pPr>
              <a:defRPr sz="1050" b="1">
                <a:solidFill>
                  <a:srgbClr val="007F78"/>
                </a:solidFill>
                <a:latin typeface="Arial"/>
                <a:ea typeface="Arial"/>
                <a:cs typeface="Arial"/>
              </a:defRPr>
            </a:pPr>
            <a:r>
              <a:rPr sz="1050" b="1" dirty="0">
                <a:solidFill>
                  <a:srgbClr val="007F78"/>
                </a:solidFill>
                <a:latin typeface="Arial"/>
                <a:ea typeface="Arial"/>
                <a:cs typeface="Arial"/>
              </a:rPr>
              <a:t>02</a:t>
            </a:r>
          </a:p>
        </p:txBody>
      </p:sp>
      <p:sp>
        <p:nvSpPr>
          <p:cNvPr id="6" name="Rectangle 5">
            <a:extLst>
              <a:ext uri="{FF2B5EF4-FFF2-40B4-BE49-F238E27FC236}">
                <a16:creationId xmlns:a16="http://schemas.microsoft.com/office/drawing/2014/main" id="{530F3847-268C-45A7-89C2-00959C6BAEB1}"/>
              </a:ext>
            </a:extLst>
          </p:cNvPr>
          <p:cNvSpPr>
            <a:spLocks noGrp="1"/>
          </p:cNvSpPr>
          <p:nvPr/>
        </p:nvSpPr>
        <p:spPr>
          <a:xfrm>
            <a:off x="609600" y="2114550"/>
            <a:ext cx="10477500" cy="590550"/>
          </a:xfrm>
          <a:prstGeom prst="rect">
            <a:avLst/>
          </a:prstGeom>
          <a:noFill/>
          <a:ln w="0">
            <a:noFill/>
          </a:ln>
        </p:spPr>
        <p:txBody>
          <a:bodyPr anchor="t"/>
          <a:lstStyle/>
          <a:p>
            <a:pPr>
              <a:defRPr sz="3900" b="1">
                <a:solidFill>
                  <a:srgbClr val="007F78"/>
                </a:solidFill>
                <a:latin typeface="Arial"/>
                <a:ea typeface="Arial"/>
                <a:cs typeface="Arial"/>
              </a:defRPr>
            </a:pPr>
            <a:r>
              <a:rPr lang="en-CA" sz="3900" b="1" dirty="0">
                <a:solidFill>
                  <a:srgbClr val="007F78"/>
                </a:solidFill>
                <a:latin typeface="Arial"/>
                <a:ea typeface="Arial"/>
                <a:cs typeface="Arial"/>
              </a:rPr>
              <a:t>Microsoft Word Mail Merge</a:t>
            </a:r>
            <a:endParaRPr sz="3900" b="1" dirty="0">
              <a:solidFill>
                <a:srgbClr val="007F78"/>
              </a:solidFill>
              <a:latin typeface="Arial"/>
              <a:ea typeface="Arial"/>
              <a:cs typeface="Arial"/>
            </a:endParaRPr>
          </a:p>
        </p:txBody>
      </p:sp>
      <p:sp>
        <p:nvSpPr>
          <p:cNvPr id="7" name="Rectangle 6">
            <a:extLst>
              <a:ext uri="{FF2B5EF4-FFF2-40B4-BE49-F238E27FC236}">
                <a16:creationId xmlns:a16="http://schemas.microsoft.com/office/drawing/2014/main" id="{027F8B75-5764-4F1D-8FFF-5C0366F6A44C}"/>
              </a:ext>
            </a:extLst>
          </p:cNvPr>
          <p:cNvSpPr>
            <a:spLocks noGrp="1"/>
          </p:cNvSpPr>
          <p:nvPr/>
        </p:nvSpPr>
        <p:spPr>
          <a:xfrm>
            <a:off x="609600" y="2967789"/>
            <a:ext cx="10668000" cy="1104900"/>
          </a:xfrm>
          <a:prstGeom prst="rect">
            <a:avLst/>
          </a:prstGeom>
          <a:noFill/>
          <a:ln w="0">
            <a:noFill/>
          </a:ln>
        </p:spPr>
        <p:txBody>
          <a:bodyPr anchor="t"/>
          <a:lstStyle/>
          <a:p>
            <a:r>
              <a:rPr lang="en-CA" dirty="0"/>
              <a:t>Sending personalised emails with individual attachments, a different invoice, report, or document for each recipient, </a:t>
            </a:r>
            <a:r>
              <a:rPr lang="en-CA" b="1" dirty="0"/>
              <a:t>isn’t possible</a:t>
            </a:r>
            <a:r>
              <a:rPr lang="en-CA" dirty="0"/>
              <a:t> with classic Word mail merge. Word can attach a single file to every message, but it has no way to send different files to different people.</a:t>
            </a:r>
          </a:p>
          <a:p>
            <a:br>
              <a:rPr lang="en-CA" sz="2000" dirty="0"/>
            </a:br>
            <a:endParaRPr sz="1950" b="0" dirty="0">
              <a:solidFill>
                <a:srgbClr val="526663"/>
              </a:solidFill>
              <a:latin typeface="Arial"/>
              <a:ea typeface="Arial"/>
              <a:cs typeface="Arial"/>
            </a:endParaRPr>
          </a:p>
        </p:txBody>
      </p:sp>
      <p:pic>
        <p:nvPicPr>
          <p:cNvPr id="24" name="Picture 23">
            <a:extLst>
              <a:ext uri="{FF2B5EF4-FFF2-40B4-BE49-F238E27FC236}">
                <a16:creationId xmlns:a16="http://schemas.microsoft.com/office/drawing/2014/main" id="{5B65736C-B7FC-C4A5-43CC-1B2EF19824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76356" y="125463"/>
            <a:ext cx="2293700" cy="249193"/>
          </a:xfrm>
          <a:prstGeom prst="rect">
            <a:avLst/>
          </a:prstGeom>
        </p:spPr>
      </p:pic>
    </p:spTree>
    <p:extLst>
      <p:ext uri="{BB962C8B-B14F-4D97-AF65-F5344CB8AC3E}">
        <p14:creationId xmlns:p14="http://schemas.microsoft.com/office/powerpoint/2010/main" val="19309050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607B959-539E-6D78-F951-5C5BAADF648F}"/>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EBA4D72D-0129-386D-3C77-8C968614A3B5}"/>
              </a:ext>
            </a:extLst>
          </p:cNvPr>
          <p:cNvSpPr>
            <a:spLocks noGrp="1"/>
          </p:cNvSpPr>
          <p:nvPr/>
        </p:nvSpPr>
        <p:spPr>
          <a:xfrm>
            <a:off x="609600" y="333375"/>
            <a:ext cx="10477500" cy="247650"/>
          </a:xfrm>
          <a:prstGeom prst="rect">
            <a:avLst/>
          </a:prstGeom>
          <a:noFill/>
          <a:ln w="0">
            <a:noFill/>
          </a:ln>
        </p:spPr>
        <p:txBody>
          <a:bodyPr anchor="t"/>
          <a:lstStyle/>
          <a:p>
            <a:pPr>
              <a:defRPr sz="1275" b="1">
                <a:solidFill>
                  <a:srgbClr val="007F78"/>
                </a:solidFill>
                <a:latin typeface="Arial"/>
                <a:ea typeface="Arial"/>
                <a:cs typeface="Arial"/>
              </a:defRPr>
            </a:pPr>
            <a:r>
              <a:rPr sz="1275" b="1" dirty="0">
                <a:solidFill>
                  <a:srgbClr val="007F78"/>
                </a:solidFill>
                <a:latin typeface="Arial"/>
                <a:ea typeface="Arial"/>
                <a:cs typeface="Arial"/>
              </a:rPr>
              <a:t>THE CAPABILITY</a:t>
            </a:r>
          </a:p>
        </p:txBody>
      </p:sp>
      <p:sp>
        <p:nvSpPr>
          <p:cNvPr id="2" name="Rectangle 1">
            <a:extLst>
              <a:ext uri="{FF2B5EF4-FFF2-40B4-BE49-F238E27FC236}">
                <a16:creationId xmlns:a16="http://schemas.microsoft.com/office/drawing/2014/main" id="{0B21A558-2D36-DBBA-EB43-4207A650CB9E}"/>
              </a:ext>
            </a:extLst>
          </p:cNvPr>
          <p:cNvSpPr>
            <a:spLocks noGrp="1"/>
          </p:cNvSpPr>
          <p:nvPr/>
        </p:nvSpPr>
        <p:spPr>
          <a:xfrm>
            <a:off x="609600" y="809625"/>
            <a:ext cx="10934700" cy="1104900"/>
          </a:xfrm>
          <a:prstGeom prst="rect">
            <a:avLst/>
          </a:prstGeom>
          <a:noFill/>
          <a:ln w="0">
            <a:noFill/>
          </a:ln>
        </p:spPr>
        <p:txBody>
          <a:bodyPr anchor="t"/>
          <a:lstStyle/>
          <a:p>
            <a:pPr>
              <a:defRPr sz="3600" b="1">
                <a:solidFill>
                  <a:srgbClr val="203332"/>
                </a:solidFill>
                <a:latin typeface="Arial"/>
                <a:ea typeface="Arial"/>
                <a:cs typeface="Arial"/>
              </a:defRPr>
            </a:pPr>
            <a:r>
              <a:rPr sz="3600" b="1" dirty="0">
                <a:solidFill>
                  <a:srgbClr val="203332"/>
                </a:solidFill>
                <a:latin typeface="Arial"/>
                <a:ea typeface="Arial"/>
                <a:cs typeface="Arial"/>
              </a:rPr>
              <a:t>PowerShell connects everyday tools</a:t>
            </a:r>
          </a:p>
        </p:txBody>
      </p:sp>
      <p:sp>
        <p:nvSpPr>
          <p:cNvPr id="3" name="Rectangle 2">
            <a:extLst>
              <a:ext uri="{FF2B5EF4-FFF2-40B4-BE49-F238E27FC236}">
                <a16:creationId xmlns:a16="http://schemas.microsoft.com/office/drawing/2014/main" id="{D3155FD5-79BA-B052-420A-B03BDE2D8E67}"/>
              </a:ext>
            </a:extLst>
          </p:cNvPr>
          <p:cNvSpPr>
            <a:spLocks noGrp="1"/>
          </p:cNvSpPr>
          <p:nvPr/>
        </p:nvSpPr>
        <p:spPr>
          <a:xfrm>
            <a:off x="609600" y="6324600"/>
            <a:ext cx="10972800" cy="19050"/>
          </a:xfrm>
          <a:prstGeom prst="rect">
            <a:avLst/>
          </a:prstGeom>
          <a:solidFill>
            <a:srgbClr val="C6DEDA"/>
          </a:solidFill>
          <a:ln w="0">
            <a:noFill/>
          </a:ln>
        </p:spPr>
        <p:txBody>
          <a:bodyPr/>
          <a:lstStyle/>
          <a:p>
            <a:endParaRPr lang="en-CA" dirty="0"/>
          </a:p>
        </p:txBody>
      </p:sp>
      <p:sp>
        <p:nvSpPr>
          <p:cNvPr id="4" name="Rectangle 3">
            <a:extLst>
              <a:ext uri="{FF2B5EF4-FFF2-40B4-BE49-F238E27FC236}">
                <a16:creationId xmlns:a16="http://schemas.microsoft.com/office/drawing/2014/main" id="{6D64060A-CBB2-B44B-8C2A-19383A9BB3FD}"/>
              </a:ext>
            </a:extLst>
          </p:cNvPr>
          <p:cNvSpPr>
            <a:spLocks noGrp="1"/>
          </p:cNvSpPr>
          <p:nvPr/>
        </p:nvSpPr>
        <p:spPr>
          <a:xfrm>
            <a:off x="609600" y="6448425"/>
            <a:ext cx="10382250" cy="171450"/>
          </a:xfrm>
          <a:prstGeom prst="rect">
            <a:avLst/>
          </a:prstGeom>
          <a:noFill/>
          <a:ln w="0">
            <a:noFill/>
          </a:ln>
        </p:spPr>
        <p:txBody>
          <a:bodyPr anchor="t"/>
          <a:lstStyle/>
          <a:p>
            <a:pPr>
              <a:defRPr sz="900" b="0">
                <a:solidFill>
                  <a:srgbClr val="526663"/>
                </a:solidFill>
                <a:latin typeface="Arial"/>
                <a:ea typeface="Arial"/>
                <a:cs typeface="Arial"/>
              </a:defRPr>
            </a:pPr>
            <a:r>
              <a:rPr sz="900" b="0" dirty="0">
                <a:solidFill>
                  <a:srgbClr val="526663"/>
                </a:solidFill>
                <a:latin typeface="Arial"/>
                <a:ea typeface="Arial"/>
                <a:cs typeface="Arial"/>
              </a:rPr>
              <a:t>POWERSHELL  /  PERSONALIZED EMPLOYEE EMAIL</a:t>
            </a:r>
            <a:r>
              <a:rPr lang="en-CA" sz="900" b="0" dirty="0">
                <a:solidFill>
                  <a:srgbClr val="526663"/>
                </a:solidFill>
                <a:latin typeface="Arial"/>
                <a:ea typeface="Arial"/>
                <a:cs typeface="Arial"/>
              </a:rPr>
              <a:t>S</a:t>
            </a:r>
            <a:endParaRPr sz="900" b="0" dirty="0">
              <a:solidFill>
                <a:srgbClr val="526663"/>
              </a:solidFill>
              <a:latin typeface="Arial"/>
              <a:ea typeface="Arial"/>
              <a:cs typeface="Arial"/>
            </a:endParaRPr>
          </a:p>
        </p:txBody>
      </p:sp>
      <p:sp>
        <p:nvSpPr>
          <p:cNvPr id="5" name="Rectangle 4">
            <a:extLst>
              <a:ext uri="{FF2B5EF4-FFF2-40B4-BE49-F238E27FC236}">
                <a16:creationId xmlns:a16="http://schemas.microsoft.com/office/drawing/2014/main" id="{48F5F2F0-F459-FF5B-ED9B-31E88D46781F}"/>
              </a:ext>
            </a:extLst>
          </p:cNvPr>
          <p:cNvSpPr>
            <a:spLocks noGrp="1"/>
          </p:cNvSpPr>
          <p:nvPr/>
        </p:nvSpPr>
        <p:spPr>
          <a:xfrm>
            <a:off x="11125200" y="6419850"/>
            <a:ext cx="476250" cy="228600"/>
          </a:xfrm>
          <a:prstGeom prst="rect">
            <a:avLst/>
          </a:prstGeom>
          <a:noFill/>
          <a:ln w="0">
            <a:noFill/>
          </a:ln>
        </p:spPr>
        <p:txBody>
          <a:bodyPr anchor="t"/>
          <a:lstStyle/>
          <a:p>
            <a:pPr>
              <a:defRPr sz="1050" b="1">
                <a:solidFill>
                  <a:srgbClr val="007F78"/>
                </a:solidFill>
                <a:latin typeface="Arial"/>
                <a:ea typeface="Arial"/>
                <a:cs typeface="Arial"/>
              </a:defRPr>
            </a:pPr>
            <a:r>
              <a:rPr sz="1050" b="1" dirty="0">
                <a:solidFill>
                  <a:srgbClr val="007F78"/>
                </a:solidFill>
                <a:latin typeface="Arial"/>
                <a:ea typeface="Arial"/>
                <a:cs typeface="Arial"/>
              </a:rPr>
              <a:t>02</a:t>
            </a:r>
          </a:p>
        </p:txBody>
      </p:sp>
      <p:sp>
        <p:nvSpPr>
          <p:cNvPr id="6" name="Rectangle 5">
            <a:extLst>
              <a:ext uri="{FF2B5EF4-FFF2-40B4-BE49-F238E27FC236}">
                <a16:creationId xmlns:a16="http://schemas.microsoft.com/office/drawing/2014/main" id="{2D9A2571-6621-F7A9-0184-CDB8CAB49C1D}"/>
              </a:ext>
            </a:extLst>
          </p:cNvPr>
          <p:cNvSpPr>
            <a:spLocks noGrp="1"/>
          </p:cNvSpPr>
          <p:nvPr/>
        </p:nvSpPr>
        <p:spPr>
          <a:xfrm>
            <a:off x="609600" y="2114550"/>
            <a:ext cx="10477500" cy="590550"/>
          </a:xfrm>
          <a:prstGeom prst="rect">
            <a:avLst/>
          </a:prstGeom>
          <a:noFill/>
          <a:ln w="0">
            <a:noFill/>
          </a:ln>
        </p:spPr>
        <p:txBody>
          <a:bodyPr anchor="t"/>
          <a:lstStyle/>
          <a:p>
            <a:pPr>
              <a:defRPr sz="3900" b="1">
                <a:solidFill>
                  <a:srgbClr val="007F78"/>
                </a:solidFill>
                <a:latin typeface="Arial"/>
                <a:ea typeface="Arial"/>
                <a:cs typeface="Arial"/>
              </a:defRPr>
            </a:pPr>
            <a:r>
              <a:rPr sz="3900" b="1" dirty="0">
                <a:solidFill>
                  <a:srgbClr val="007F78"/>
                </a:solidFill>
                <a:latin typeface="Arial"/>
                <a:ea typeface="Arial"/>
                <a:cs typeface="Arial"/>
              </a:rPr>
              <a:t>PowerShell</a:t>
            </a:r>
          </a:p>
        </p:txBody>
      </p:sp>
      <p:sp>
        <p:nvSpPr>
          <p:cNvPr id="7" name="Rectangle 6">
            <a:extLst>
              <a:ext uri="{FF2B5EF4-FFF2-40B4-BE49-F238E27FC236}">
                <a16:creationId xmlns:a16="http://schemas.microsoft.com/office/drawing/2014/main" id="{18FFC121-7322-BC8F-DC25-884A7B8E0217}"/>
              </a:ext>
            </a:extLst>
          </p:cNvPr>
          <p:cNvSpPr>
            <a:spLocks noGrp="1"/>
          </p:cNvSpPr>
          <p:nvPr/>
        </p:nvSpPr>
        <p:spPr>
          <a:xfrm>
            <a:off x="609600" y="2781300"/>
            <a:ext cx="10668000" cy="428625"/>
          </a:xfrm>
          <a:prstGeom prst="rect">
            <a:avLst/>
          </a:prstGeom>
          <a:noFill/>
          <a:ln w="0">
            <a:noFill/>
          </a:ln>
        </p:spPr>
        <p:txBody>
          <a:bodyPr anchor="t"/>
          <a:lstStyle/>
          <a:p>
            <a:pPr>
              <a:defRPr sz="1950" b="0">
                <a:solidFill>
                  <a:srgbClr val="526663"/>
                </a:solidFill>
                <a:latin typeface="Arial"/>
                <a:ea typeface="Arial"/>
                <a:cs typeface="Arial"/>
              </a:defRPr>
            </a:pPr>
            <a:r>
              <a:rPr sz="1950" b="0" dirty="0">
                <a:solidFill>
                  <a:srgbClr val="526663"/>
                </a:solidFill>
                <a:latin typeface="Arial"/>
                <a:ea typeface="Arial"/>
                <a:cs typeface="Arial"/>
              </a:rPr>
              <a:t>Coordinates data, templates, files and email delivery</a:t>
            </a:r>
          </a:p>
        </p:txBody>
      </p:sp>
      <p:pic>
        <p:nvPicPr>
          <p:cNvPr id="8" name="Graphic 7">
            <a:extLst>
              <a:ext uri="{FF2B5EF4-FFF2-40B4-BE49-F238E27FC236}">
                <a16:creationId xmlns:a16="http://schemas.microsoft.com/office/drawing/2014/main" id="{6CB69A43-4C81-A026-6529-556F65F6B257}"/>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693821" y="3619500"/>
            <a:ext cx="762000" cy="762000"/>
          </a:xfrm>
          <a:prstGeom prst="rect">
            <a:avLst/>
          </a:prstGeom>
        </p:spPr>
      </p:pic>
      <p:sp>
        <p:nvSpPr>
          <p:cNvPr id="9" name="Rectangle 8">
            <a:extLst>
              <a:ext uri="{FF2B5EF4-FFF2-40B4-BE49-F238E27FC236}">
                <a16:creationId xmlns:a16="http://schemas.microsoft.com/office/drawing/2014/main" id="{7119D029-9812-D07A-D94B-401DC3E1A0FC}"/>
              </a:ext>
            </a:extLst>
          </p:cNvPr>
          <p:cNvSpPr>
            <a:spLocks noGrp="1"/>
          </p:cNvSpPr>
          <p:nvPr/>
        </p:nvSpPr>
        <p:spPr>
          <a:xfrm>
            <a:off x="609600" y="4600575"/>
            <a:ext cx="2609850" cy="371475"/>
          </a:xfrm>
          <a:prstGeom prst="rect">
            <a:avLst/>
          </a:prstGeom>
          <a:noFill/>
          <a:ln w="0">
            <a:noFill/>
          </a:ln>
        </p:spPr>
        <p:txBody>
          <a:bodyPr anchor="t"/>
          <a:lstStyle/>
          <a:p>
            <a:pPr>
              <a:defRPr sz="2100" b="1">
                <a:solidFill>
                  <a:srgbClr val="203332"/>
                </a:solidFill>
                <a:latin typeface="Arial"/>
                <a:ea typeface="Arial"/>
                <a:cs typeface="Arial"/>
              </a:defRPr>
            </a:pPr>
            <a:r>
              <a:rPr sz="2100" b="1" dirty="0">
                <a:solidFill>
                  <a:srgbClr val="203332"/>
                </a:solidFill>
                <a:latin typeface="Arial"/>
                <a:ea typeface="Arial"/>
                <a:cs typeface="Arial"/>
              </a:rPr>
              <a:t>Outlook / email</a:t>
            </a:r>
          </a:p>
        </p:txBody>
      </p:sp>
      <p:sp>
        <p:nvSpPr>
          <p:cNvPr id="10" name="Rectangle 9">
            <a:extLst>
              <a:ext uri="{FF2B5EF4-FFF2-40B4-BE49-F238E27FC236}">
                <a16:creationId xmlns:a16="http://schemas.microsoft.com/office/drawing/2014/main" id="{6C0400F2-AFA2-81C2-64CF-0102E8133405}"/>
              </a:ext>
            </a:extLst>
          </p:cNvPr>
          <p:cNvSpPr>
            <a:spLocks noGrp="1"/>
          </p:cNvSpPr>
          <p:nvPr/>
        </p:nvSpPr>
        <p:spPr>
          <a:xfrm>
            <a:off x="609600" y="5114925"/>
            <a:ext cx="2543175" cy="666750"/>
          </a:xfrm>
          <a:prstGeom prst="rect">
            <a:avLst/>
          </a:prstGeom>
          <a:noFill/>
          <a:ln w="0">
            <a:noFill/>
          </a:ln>
        </p:spPr>
        <p:txBody>
          <a:bodyPr anchor="t"/>
          <a:lstStyle/>
          <a:p>
            <a:pPr>
              <a:defRPr sz="1725" b="0">
                <a:solidFill>
                  <a:srgbClr val="526663"/>
                </a:solidFill>
                <a:latin typeface="Arial"/>
                <a:ea typeface="Arial"/>
                <a:cs typeface="Arial"/>
              </a:defRPr>
            </a:pPr>
            <a:r>
              <a:rPr sz="1725" b="0" dirty="0">
                <a:solidFill>
                  <a:srgbClr val="526663"/>
                </a:solidFill>
                <a:latin typeface="Arial"/>
                <a:ea typeface="Arial"/>
                <a:cs typeface="Arial"/>
              </a:rPr>
              <a:t>Create HTML emails</a:t>
            </a:r>
          </a:p>
          <a:p>
            <a:pPr>
              <a:defRPr sz="1725" b="0">
                <a:solidFill>
                  <a:srgbClr val="526663"/>
                </a:solidFill>
                <a:latin typeface="Arial"/>
                <a:ea typeface="Arial"/>
                <a:cs typeface="Arial"/>
              </a:defRPr>
            </a:pPr>
            <a:r>
              <a:rPr sz="1725" b="0" dirty="0">
                <a:solidFill>
                  <a:srgbClr val="526663"/>
                </a:solidFill>
                <a:latin typeface="Arial"/>
                <a:ea typeface="Arial"/>
                <a:cs typeface="Arial"/>
              </a:rPr>
              <a:t>with attachments</a:t>
            </a:r>
            <a:r>
              <a:rPr lang="en-CA" sz="1725" b="0" dirty="0">
                <a:solidFill>
                  <a:srgbClr val="526663"/>
                </a:solidFill>
                <a:latin typeface="Arial"/>
                <a:ea typeface="Arial"/>
                <a:cs typeface="Arial"/>
              </a:rPr>
              <a:t>, unique to each employee</a:t>
            </a:r>
            <a:endParaRPr sz="1725" b="0" dirty="0">
              <a:solidFill>
                <a:srgbClr val="526663"/>
              </a:solidFill>
              <a:latin typeface="Arial"/>
              <a:ea typeface="Arial"/>
              <a:cs typeface="Arial"/>
            </a:endParaRPr>
          </a:p>
        </p:txBody>
      </p:sp>
      <p:pic>
        <p:nvPicPr>
          <p:cNvPr id="11" name="Graphic 10">
            <a:extLst>
              <a:ext uri="{FF2B5EF4-FFF2-40B4-BE49-F238E27FC236}">
                <a16:creationId xmlns:a16="http://schemas.microsoft.com/office/drawing/2014/main" id="{C6B477E0-5DB5-D96A-D1D6-3B98A6087E72}"/>
              </a:ext>
            </a:extLst>
          </p:cNvPr>
          <p:cNvPicPr>
            <a:picLocks noChangeAspect="1"/>
          </p:cNvPicPr>
          <p:nvPr/>
        </p:nvPicPr>
        <p:blipFill>
          <a:blip>
            <a:extLst>
              <a:ext uri="{96DAC541-7B7A-43D3-8B79-37D633B846F1}">
                <asvg:svgBlip xmlns:asvg="http://schemas.microsoft.com/office/drawing/2016/SVG/main" r:embed="rId4"/>
              </a:ext>
            </a:extLst>
          </a:blip>
          <a:stretch/>
        </p:blipFill>
        <p:spPr>
          <a:xfrm>
            <a:off x="3409950" y="3619500"/>
            <a:ext cx="762000" cy="762000"/>
          </a:xfrm>
          <a:prstGeom prst="rect">
            <a:avLst/>
          </a:prstGeom>
        </p:spPr>
      </p:pic>
      <p:sp>
        <p:nvSpPr>
          <p:cNvPr id="12" name="Rectangle 11">
            <a:extLst>
              <a:ext uri="{FF2B5EF4-FFF2-40B4-BE49-F238E27FC236}">
                <a16:creationId xmlns:a16="http://schemas.microsoft.com/office/drawing/2014/main" id="{05F86E07-FC59-83CE-8620-5E4B329EFB15}"/>
              </a:ext>
            </a:extLst>
          </p:cNvPr>
          <p:cNvSpPr>
            <a:spLocks noGrp="1"/>
          </p:cNvSpPr>
          <p:nvPr/>
        </p:nvSpPr>
        <p:spPr>
          <a:xfrm>
            <a:off x="3409950" y="4600575"/>
            <a:ext cx="2609850" cy="371475"/>
          </a:xfrm>
          <a:prstGeom prst="rect">
            <a:avLst/>
          </a:prstGeom>
          <a:noFill/>
          <a:ln w="0">
            <a:noFill/>
          </a:ln>
        </p:spPr>
        <p:txBody>
          <a:bodyPr anchor="t"/>
          <a:lstStyle/>
          <a:p>
            <a:pPr>
              <a:defRPr sz="2100" b="1">
                <a:solidFill>
                  <a:srgbClr val="203332"/>
                </a:solidFill>
                <a:latin typeface="Arial"/>
                <a:ea typeface="Arial"/>
                <a:cs typeface="Arial"/>
              </a:defRPr>
            </a:pPr>
            <a:r>
              <a:rPr sz="2100" b="1" dirty="0">
                <a:solidFill>
                  <a:srgbClr val="203332"/>
                </a:solidFill>
                <a:latin typeface="Arial"/>
                <a:ea typeface="Arial"/>
                <a:cs typeface="Arial"/>
              </a:rPr>
              <a:t>Excel</a:t>
            </a:r>
          </a:p>
        </p:txBody>
      </p:sp>
      <p:sp>
        <p:nvSpPr>
          <p:cNvPr id="13" name="Rectangle 12">
            <a:extLst>
              <a:ext uri="{FF2B5EF4-FFF2-40B4-BE49-F238E27FC236}">
                <a16:creationId xmlns:a16="http://schemas.microsoft.com/office/drawing/2014/main" id="{C9B9AA4B-4530-6924-0836-8FFED5780B5E}"/>
              </a:ext>
            </a:extLst>
          </p:cNvPr>
          <p:cNvSpPr>
            <a:spLocks noGrp="1"/>
          </p:cNvSpPr>
          <p:nvPr/>
        </p:nvSpPr>
        <p:spPr>
          <a:xfrm>
            <a:off x="3409950" y="5114925"/>
            <a:ext cx="2543175" cy="666750"/>
          </a:xfrm>
          <a:prstGeom prst="rect">
            <a:avLst/>
          </a:prstGeom>
          <a:noFill/>
          <a:ln w="0">
            <a:noFill/>
          </a:ln>
        </p:spPr>
        <p:txBody>
          <a:bodyPr anchor="t"/>
          <a:lstStyle/>
          <a:p>
            <a:pPr>
              <a:defRPr sz="1725" b="0">
                <a:solidFill>
                  <a:srgbClr val="526663"/>
                </a:solidFill>
                <a:latin typeface="Arial"/>
                <a:ea typeface="Arial"/>
                <a:cs typeface="Arial"/>
              </a:defRPr>
            </a:pPr>
            <a:r>
              <a:rPr sz="1725" b="0" dirty="0">
                <a:solidFill>
                  <a:srgbClr val="526663"/>
                </a:solidFill>
                <a:latin typeface="Arial"/>
                <a:ea typeface="Arial"/>
                <a:cs typeface="Arial"/>
              </a:rPr>
              <a:t>Read employee data,</a:t>
            </a:r>
          </a:p>
          <a:p>
            <a:pPr>
              <a:defRPr sz="1725" b="0">
                <a:solidFill>
                  <a:srgbClr val="526663"/>
                </a:solidFill>
                <a:latin typeface="Arial"/>
                <a:ea typeface="Arial"/>
                <a:cs typeface="Arial"/>
              </a:defRPr>
            </a:pPr>
            <a:r>
              <a:rPr sz="1725" b="0" dirty="0">
                <a:solidFill>
                  <a:srgbClr val="526663"/>
                </a:solidFill>
                <a:latin typeface="Arial"/>
                <a:ea typeface="Arial"/>
                <a:cs typeface="Arial"/>
              </a:rPr>
              <a:t>language and filenames</a:t>
            </a:r>
          </a:p>
        </p:txBody>
      </p:sp>
      <p:pic>
        <p:nvPicPr>
          <p:cNvPr id="14" name="Graphic 13">
            <a:extLst>
              <a:ext uri="{FF2B5EF4-FFF2-40B4-BE49-F238E27FC236}">
                <a16:creationId xmlns:a16="http://schemas.microsoft.com/office/drawing/2014/main" id="{B8A2CFD8-913F-D5D4-FF27-944DB3EA073F}"/>
              </a:ext>
            </a:extLst>
          </p:cNvPr>
          <p:cNvPicPr>
            <a:picLocks noChangeAspect="1"/>
          </p:cNvPicPr>
          <p:nvPr/>
        </p:nvPicPr>
        <p:blipFill>
          <a:blip>
            <a:extLst>
              <a:ext uri="{96DAC541-7B7A-43D3-8B79-37D633B846F1}">
                <asvg:svgBlip xmlns:asvg="http://schemas.microsoft.com/office/drawing/2016/SVG/main" r:embed="rId5"/>
              </a:ext>
            </a:extLst>
          </a:blip>
          <a:stretch/>
        </p:blipFill>
        <p:spPr>
          <a:xfrm>
            <a:off x="6210300" y="3619500"/>
            <a:ext cx="762000" cy="762000"/>
          </a:xfrm>
          <a:prstGeom prst="rect">
            <a:avLst/>
          </a:prstGeom>
        </p:spPr>
      </p:pic>
      <p:sp>
        <p:nvSpPr>
          <p:cNvPr id="15" name="Rectangle 14">
            <a:extLst>
              <a:ext uri="{FF2B5EF4-FFF2-40B4-BE49-F238E27FC236}">
                <a16:creationId xmlns:a16="http://schemas.microsoft.com/office/drawing/2014/main" id="{3C503C5B-57B3-B964-A217-169F9488E859}"/>
              </a:ext>
            </a:extLst>
          </p:cNvPr>
          <p:cNvSpPr>
            <a:spLocks noGrp="1"/>
          </p:cNvSpPr>
          <p:nvPr/>
        </p:nvSpPr>
        <p:spPr>
          <a:xfrm>
            <a:off x="6210300" y="4600575"/>
            <a:ext cx="2609850" cy="371475"/>
          </a:xfrm>
          <a:prstGeom prst="rect">
            <a:avLst/>
          </a:prstGeom>
          <a:noFill/>
          <a:ln w="0">
            <a:noFill/>
          </a:ln>
        </p:spPr>
        <p:txBody>
          <a:bodyPr anchor="t"/>
          <a:lstStyle/>
          <a:p>
            <a:pPr>
              <a:defRPr sz="2100" b="1">
                <a:solidFill>
                  <a:srgbClr val="203332"/>
                </a:solidFill>
                <a:latin typeface="Arial"/>
                <a:ea typeface="Arial"/>
                <a:cs typeface="Arial"/>
              </a:defRPr>
            </a:pPr>
            <a:r>
              <a:rPr sz="2100" b="1" dirty="0">
                <a:solidFill>
                  <a:srgbClr val="203332"/>
                </a:solidFill>
                <a:latin typeface="Arial"/>
                <a:ea typeface="Arial"/>
                <a:cs typeface="Arial"/>
              </a:rPr>
              <a:t>PDF documents</a:t>
            </a:r>
          </a:p>
        </p:txBody>
      </p:sp>
      <p:sp>
        <p:nvSpPr>
          <p:cNvPr id="16" name="Rectangle 15">
            <a:extLst>
              <a:ext uri="{FF2B5EF4-FFF2-40B4-BE49-F238E27FC236}">
                <a16:creationId xmlns:a16="http://schemas.microsoft.com/office/drawing/2014/main" id="{188ADF11-3CA8-F9F7-6CF8-087E3D7C5155}"/>
              </a:ext>
            </a:extLst>
          </p:cNvPr>
          <p:cNvSpPr>
            <a:spLocks noGrp="1"/>
          </p:cNvSpPr>
          <p:nvPr/>
        </p:nvSpPr>
        <p:spPr>
          <a:xfrm>
            <a:off x="6210300" y="5114925"/>
            <a:ext cx="2543175" cy="666750"/>
          </a:xfrm>
          <a:prstGeom prst="rect">
            <a:avLst/>
          </a:prstGeom>
          <a:noFill/>
          <a:ln w="0">
            <a:noFill/>
          </a:ln>
        </p:spPr>
        <p:txBody>
          <a:bodyPr anchor="t"/>
          <a:lstStyle/>
          <a:p>
            <a:pPr>
              <a:defRPr sz="1725" b="0">
                <a:solidFill>
                  <a:srgbClr val="526663"/>
                </a:solidFill>
                <a:latin typeface="Arial"/>
                <a:ea typeface="Arial"/>
                <a:cs typeface="Arial"/>
              </a:defRPr>
            </a:pPr>
            <a:r>
              <a:rPr sz="1725" b="0" dirty="0">
                <a:solidFill>
                  <a:srgbClr val="526663"/>
                </a:solidFill>
                <a:latin typeface="Arial"/>
                <a:ea typeface="Arial"/>
                <a:cs typeface="Arial"/>
              </a:rPr>
              <a:t>Locate the unique</a:t>
            </a:r>
          </a:p>
          <a:p>
            <a:pPr>
              <a:defRPr sz="1725" b="0">
                <a:solidFill>
                  <a:srgbClr val="526663"/>
                </a:solidFill>
                <a:latin typeface="Arial"/>
                <a:ea typeface="Arial"/>
                <a:cs typeface="Arial"/>
              </a:defRPr>
            </a:pPr>
            <a:r>
              <a:rPr sz="1725" b="0" dirty="0">
                <a:solidFill>
                  <a:srgbClr val="526663"/>
                </a:solidFill>
                <a:latin typeface="Arial"/>
                <a:ea typeface="Arial"/>
                <a:cs typeface="Arial"/>
              </a:rPr>
              <a:t>statement to attach</a:t>
            </a:r>
          </a:p>
        </p:txBody>
      </p:sp>
      <p:pic>
        <p:nvPicPr>
          <p:cNvPr id="17" name="Graphic 16">
            <a:extLst>
              <a:ext uri="{FF2B5EF4-FFF2-40B4-BE49-F238E27FC236}">
                <a16:creationId xmlns:a16="http://schemas.microsoft.com/office/drawing/2014/main" id="{5D94A2F7-24C2-61FA-2961-AFE35CB460BB}"/>
              </a:ext>
            </a:extLst>
          </p:cNvPr>
          <p:cNvPicPr>
            <a:picLocks noChangeAspect="1"/>
          </p:cNvPicPr>
          <p:nvPr/>
        </p:nvPicPr>
        <p:blipFill>
          <a:blip>
            <a:extLst>
              <a:ext uri="{96DAC541-7B7A-43D3-8B79-37D633B846F1}">
                <asvg:svgBlip xmlns:asvg="http://schemas.microsoft.com/office/drawing/2016/SVG/main" r:embed="rId6"/>
              </a:ext>
            </a:extLst>
          </a:blip>
          <a:stretch/>
        </p:blipFill>
        <p:spPr>
          <a:xfrm>
            <a:off x="9010650" y="3619500"/>
            <a:ext cx="762000" cy="762000"/>
          </a:xfrm>
          <a:prstGeom prst="rect">
            <a:avLst/>
          </a:prstGeom>
        </p:spPr>
      </p:pic>
      <p:sp>
        <p:nvSpPr>
          <p:cNvPr id="18" name="Rectangle 17">
            <a:extLst>
              <a:ext uri="{FF2B5EF4-FFF2-40B4-BE49-F238E27FC236}">
                <a16:creationId xmlns:a16="http://schemas.microsoft.com/office/drawing/2014/main" id="{1F0F9072-E8E5-2029-6191-3E580D73D8DC}"/>
              </a:ext>
            </a:extLst>
          </p:cNvPr>
          <p:cNvSpPr>
            <a:spLocks noGrp="1"/>
          </p:cNvSpPr>
          <p:nvPr/>
        </p:nvSpPr>
        <p:spPr>
          <a:xfrm>
            <a:off x="9010650" y="4600575"/>
            <a:ext cx="2609850" cy="371475"/>
          </a:xfrm>
          <a:prstGeom prst="rect">
            <a:avLst/>
          </a:prstGeom>
          <a:noFill/>
          <a:ln w="0">
            <a:noFill/>
          </a:ln>
        </p:spPr>
        <p:txBody>
          <a:bodyPr anchor="t"/>
          <a:lstStyle/>
          <a:p>
            <a:pPr>
              <a:defRPr sz="2100" b="1">
                <a:solidFill>
                  <a:srgbClr val="203332"/>
                </a:solidFill>
                <a:latin typeface="Arial"/>
                <a:ea typeface="Arial"/>
                <a:cs typeface="Arial"/>
              </a:defRPr>
            </a:pPr>
            <a:r>
              <a:rPr sz="2100" b="1" dirty="0">
                <a:solidFill>
                  <a:srgbClr val="203332"/>
                </a:solidFill>
                <a:latin typeface="Arial"/>
                <a:ea typeface="Arial"/>
                <a:cs typeface="Arial"/>
              </a:rPr>
              <a:t>Network files</a:t>
            </a:r>
          </a:p>
        </p:txBody>
      </p:sp>
      <p:sp>
        <p:nvSpPr>
          <p:cNvPr id="19" name="Rectangle 18">
            <a:extLst>
              <a:ext uri="{FF2B5EF4-FFF2-40B4-BE49-F238E27FC236}">
                <a16:creationId xmlns:a16="http://schemas.microsoft.com/office/drawing/2014/main" id="{D8AF91C9-7F03-5780-A8D8-0213D835A5FD}"/>
              </a:ext>
            </a:extLst>
          </p:cNvPr>
          <p:cNvSpPr>
            <a:spLocks noGrp="1"/>
          </p:cNvSpPr>
          <p:nvPr/>
        </p:nvSpPr>
        <p:spPr>
          <a:xfrm>
            <a:off x="9010650" y="5114925"/>
            <a:ext cx="2543175" cy="666750"/>
          </a:xfrm>
          <a:prstGeom prst="rect">
            <a:avLst/>
          </a:prstGeom>
          <a:noFill/>
          <a:ln w="0">
            <a:noFill/>
          </a:ln>
        </p:spPr>
        <p:txBody>
          <a:bodyPr anchor="t"/>
          <a:lstStyle/>
          <a:p>
            <a:pPr>
              <a:defRPr sz="1725" b="0">
                <a:solidFill>
                  <a:srgbClr val="526663"/>
                </a:solidFill>
                <a:latin typeface="Arial"/>
                <a:ea typeface="Arial"/>
                <a:cs typeface="Arial"/>
              </a:defRPr>
            </a:pPr>
            <a:r>
              <a:rPr sz="1725" b="0" dirty="0">
                <a:solidFill>
                  <a:srgbClr val="526663"/>
                </a:solidFill>
                <a:latin typeface="Arial"/>
                <a:ea typeface="Arial"/>
                <a:cs typeface="Arial"/>
              </a:rPr>
              <a:t>Retrieve templates</a:t>
            </a:r>
          </a:p>
          <a:p>
            <a:pPr>
              <a:defRPr sz="1725" b="0">
                <a:solidFill>
                  <a:srgbClr val="526663"/>
                </a:solidFill>
                <a:latin typeface="Arial"/>
                <a:ea typeface="Arial"/>
                <a:cs typeface="Arial"/>
              </a:defRPr>
            </a:pPr>
            <a:r>
              <a:rPr sz="1725" b="0" dirty="0">
                <a:solidFill>
                  <a:srgbClr val="526663"/>
                </a:solidFill>
                <a:latin typeface="Arial"/>
                <a:ea typeface="Arial"/>
                <a:cs typeface="Arial"/>
              </a:rPr>
              <a:t>and supporting files</a:t>
            </a:r>
          </a:p>
        </p:txBody>
      </p:sp>
      <p:pic>
        <p:nvPicPr>
          <p:cNvPr id="24" name="Picture 23">
            <a:extLst>
              <a:ext uri="{FF2B5EF4-FFF2-40B4-BE49-F238E27FC236}">
                <a16:creationId xmlns:a16="http://schemas.microsoft.com/office/drawing/2014/main" id="{66FDC2AE-466E-B174-A717-FAB5B908579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676356" y="125463"/>
            <a:ext cx="2293700" cy="249193"/>
          </a:xfrm>
          <a:prstGeom prst="rect">
            <a:avLst/>
          </a:prstGeom>
        </p:spPr>
      </p:pic>
    </p:spTree>
    <p:extLst>
      <p:ext uri="{BB962C8B-B14F-4D97-AF65-F5344CB8AC3E}">
        <p14:creationId xmlns:p14="http://schemas.microsoft.com/office/powerpoint/2010/main" val="2371613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471E0F1C-E153-470D-BADF-65AACBA5A38E}"/>
              </a:ext>
            </a:extLst>
          </p:cNvPr>
          <p:cNvSpPr>
            <a:spLocks noGrp="1"/>
          </p:cNvSpPr>
          <p:nvPr/>
        </p:nvSpPr>
        <p:spPr>
          <a:xfrm>
            <a:off x="609600" y="333375"/>
            <a:ext cx="10477500" cy="247650"/>
          </a:xfrm>
          <a:prstGeom prst="rect">
            <a:avLst/>
          </a:prstGeom>
          <a:noFill/>
          <a:ln w="0">
            <a:noFill/>
          </a:ln>
        </p:spPr>
        <p:txBody>
          <a:bodyPr anchor="t"/>
          <a:lstStyle/>
          <a:p>
            <a:pPr>
              <a:defRPr sz="1275" b="1">
                <a:solidFill>
                  <a:srgbClr val="007F78"/>
                </a:solidFill>
                <a:latin typeface="Arial"/>
                <a:ea typeface="Arial"/>
                <a:cs typeface="Arial"/>
              </a:defRPr>
            </a:pPr>
            <a:r>
              <a:rPr sz="1275" b="1" dirty="0">
                <a:solidFill>
                  <a:srgbClr val="007F78"/>
                </a:solidFill>
                <a:latin typeface="Arial"/>
                <a:ea typeface="Arial"/>
                <a:cs typeface="Arial"/>
              </a:rPr>
              <a:t>THE PROBLEM</a:t>
            </a:r>
          </a:p>
        </p:txBody>
      </p:sp>
      <p:sp>
        <p:nvSpPr>
          <p:cNvPr id="2" name="Rectangle 1">
            <a:extLst>
              <a:ext uri="{FF2B5EF4-FFF2-40B4-BE49-F238E27FC236}">
                <a16:creationId xmlns:a16="http://schemas.microsoft.com/office/drawing/2014/main" id="{CB6C8A41-73A9-495E-8CC2-7F229CE6F752}"/>
              </a:ext>
            </a:extLst>
          </p:cNvPr>
          <p:cNvSpPr>
            <a:spLocks noGrp="1"/>
          </p:cNvSpPr>
          <p:nvPr/>
        </p:nvSpPr>
        <p:spPr>
          <a:xfrm>
            <a:off x="609600" y="809625"/>
            <a:ext cx="10934700" cy="1104900"/>
          </a:xfrm>
          <a:prstGeom prst="rect">
            <a:avLst/>
          </a:prstGeom>
          <a:noFill/>
          <a:ln w="0">
            <a:noFill/>
          </a:ln>
        </p:spPr>
        <p:txBody>
          <a:bodyPr anchor="t"/>
          <a:lstStyle/>
          <a:p>
            <a:pPr>
              <a:defRPr sz="3600" b="1">
                <a:solidFill>
                  <a:srgbClr val="203332"/>
                </a:solidFill>
                <a:latin typeface="Arial"/>
                <a:ea typeface="Arial"/>
                <a:cs typeface="Arial"/>
              </a:defRPr>
            </a:pPr>
            <a:r>
              <a:rPr lang="en-CA" sz="3600" b="1" dirty="0">
                <a:solidFill>
                  <a:srgbClr val="203332"/>
                </a:solidFill>
                <a:latin typeface="Arial"/>
                <a:ea typeface="Arial"/>
                <a:cs typeface="Arial"/>
              </a:rPr>
              <a:t>Each</a:t>
            </a:r>
            <a:r>
              <a:rPr sz="3600" b="1" dirty="0">
                <a:solidFill>
                  <a:srgbClr val="203332"/>
                </a:solidFill>
                <a:latin typeface="Arial"/>
                <a:ea typeface="Arial"/>
                <a:cs typeface="Arial"/>
              </a:rPr>
              <a:t> employee needs </a:t>
            </a:r>
            <a:r>
              <a:rPr lang="en-CA" sz="3600" b="1" dirty="0">
                <a:solidFill>
                  <a:srgbClr val="203332"/>
                </a:solidFill>
                <a:latin typeface="Arial"/>
                <a:ea typeface="Arial"/>
                <a:cs typeface="Arial"/>
              </a:rPr>
              <a:t>a custom email</a:t>
            </a:r>
            <a:endParaRPr sz="3600" b="1" dirty="0">
              <a:solidFill>
                <a:srgbClr val="203332"/>
              </a:solidFill>
              <a:latin typeface="Arial"/>
              <a:ea typeface="Arial"/>
              <a:cs typeface="Arial"/>
            </a:endParaRPr>
          </a:p>
        </p:txBody>
      </p:sp>
      <p:sp>
        <p:nvSpPr>
          <p:cNvPr id="3" name="Rectangle 2">
            <a:extLst>
              <a:ext uri="{FF2B5EF4-FFF2-40B4-BE49-F238E27FC236}">
                <a16:creationId xmlns:a16="http://schemas.microsoft.com/office/drawing/2014/main" id="{412AB48B-C17A-448F-849F-04416E09E3BA}"/>
              </a:ext>
            </a:extLst>
          </p:cNvPr>
          <p:cNvSpPr>
            <a:spLocks noGrp="1"/>
          </p:cNvSpPr>
          <p:nvPr/>
        </p:nvSpPr>
        <p:spPr>
          <a:xfrm>
            <a:off x="609600" y="6324600"/>
            <a:ext cx="10972800" cy="19050"/>
          </a:xfrm>
          <a:prstGeom prst="rect">
            <a:avLst/>
          </a:prstGeom>
          <a:solidFill>
            <a:srgbClr val="C6DEDA"/>
          </a:solidFill>
          <a:ln w="0">
            <a:noFill/>
          </a:ln>
        </p:spPr>
        <p:txBody>
          <a:bodyPr/>
          <a:lstStyle/>
          <a:p>
            <a:endParaRPr lang="en-CA" dirty="0"/>
          </a:p>
        </p:txBody>
      </p:sp>
      <p:sp>
        <p:nvSpPr>
          <p:cNvPr id="4" name="Rectangle 3">
            <a:extLst>
              <a:ext uri="{FF2B5EF4-FFF2-40B4-BE49-F238E27FC236}">
                <a16:creationId xmlns:a16="http://schemas.microsoft.com/office/drawing/2014/main" id="{AF75FEE9-829B-4763-BF35-1A2A6B87E984}"/>
              </a:ext>
            </a:extLst>
          </p:cNvPr>
          <p:cNvSpPr>
            <a:spLocks noGrp="1"/>
          </p:cNvSpPr>
          <p:nvPr/>
        </p:nvSpPr>
        <p:spPr>
          <a:xfrm>
            <a:off x="609600" y="6448425"/>
            <a:ext cx="10382250" cy="171450"/>
          </a:xfrm>
          <a:prstGeom prst="rect">
            <a:avLst/>
          </a:prstGeom>
          <a:noFill/>
          <a:ln w="0">
            <a:noFill/>
          </a:ln>
        </p:spPr>
        <p:txBody>
          <a:bodyPr anchor="t"/>
          <a:lstStyle/>
          <a:p>
            <a:pPr>
              <a:defRPr sz="900" b="0">
                <a:solidFill>
                  <a:srgbClr val="526663"/>
                </a:solidFill>
                <a:latin typeface="Arial"/>
                <a:ea typeface="Arial"/>
                <a:cs typeface="Arial"/>
              </a:defRPr>
            </a:pPr>
            <a:r>
              <a:rPr sz="900" b="0" dirty="0">
                <a:solidFill>
                  <a:srgbClr val="526663"/>
                </a:solidFill>
                <a:latin typeface="Arial"/>
                <a:ea typeface="Arial"/>
                <a:cs typeface="Arial"/>
              </a:rPr>
              <a:t>POWERSHELL  /  PERSONALIZED EMPLOYEE EMAIL</a:t>
            </a:r>
            <a:r>
              <a:rPr lang="en-CA" sz="900" b="0" dirty="0">
                <a:solidFill>
                  <a:srgbClr val="526663"/>
                </a:solidFill>
                <a:latin typeface="Arial"/>
                <a:ea typeface="Arial"/>
                <a:cs typeface="Arial"/>
              </a:rPr>
              <a:t>S</a:t>
            </a:r>
            <a:endParaRPr sz="900" b="0" dirty="0">
              <a:solidFill>
                <a:srgbClr val="526663"/>
              </a:solidFill>
              <a:latin typeface="Arial"/>
              <a:ea typeface="Arial"/>
              <a:cs typeface="Arial"/>
            </a:endParaRPr>
          </a:p>
        </p:txBody>
      </p:sp>
      <p:sp>
        <p:nvSpPr>
          <p:cNvPr id="5" name="Rectangle 4">
            <a:extLst>
              <a:ext uri="{FF2B5EF4-FFF2-40B4-BE49-F238E27FC236}">
                <a16:creationId xmlns:a16="http://schemas.microsoft.com/office/drawing/2014/main" id="{23E46DC5-2B7D-4520-8793-8F6D93016FC5}"/>
              </a:ext>
            </a:extLst>
          </p:cNvPr>
          <p:cNvSpPr>
            <a:spLocks noGrp="1"/>
          </p:cNvSpPr>
          <p:nvPr/>
        </p:nvSpPr>
        <p:spPr>
          <a:xfrm>
            <a:off x="11125200" y="6419850"/>
            <a:ext cx="476250" cy="228600"/>
          </a:xfrm>
          <a:prstGeom prst="rect">
            <a:avLst/>
          </a:prstGeom>
          <a:noFill/>
          <a:ln w="0">
            <a:noFill/>
          </a:ln>
        </p:spPr>
        <p:txBody>
          <a:bodyPr anchor="t"/>
          <a:lstStyle/>
          <a:p>
            <a:pPr>
              <a:defRPr sz="1050" b="1">
                <a:solidFill>
                  <a:srgbClr val="007F78"/>
                </a:solidFill>
                <a:latin typeface="Arial"/>
                <a:ea typeface="Arial"/>
                <a:cs typeface="Arial"/>
              </a:defRPr>
            </a:pPr>
            <a:r>
              <a:rPr sz="1050" b="1" dirty="0">
                <a:solidFill>
                  <a:srgbClr val="007F78"/>
                </a:solidFill>
                <a:latin typeface="Arial"/>
                <a:ea typeface="Arial"/>
                <a:cs typeface="Arial"/>
              </a:rPr>
              <a:t>03</a:t>
            </a:r>
          </a:p>
        </p:txBody>
      </p:sp>
      <p:sp>
        <p:nvSpPr>
          <p:cNvPr id="6" name="Rectangle 5">
            <a:extLst>
              <a:ext uri="{FF2B5EF4-FFF2-40B4-BE49-F238E27FC236}">
                <a16:creationId xmlns:a16="http://schemas.microsoft.com/office/drawing/2014/main" id="{99CE33ED-630A-4FA0-B7CB-7CD1DCDE986A}"/>
              </a:ext>
            </a:extLst>
          </p:cNvPr>
          <p:cNvSpPr>
            <a:spLocks noGrp="1"/>
          </p:cNvSpPr>
          <p:nvPr/>
        </p:nvSpPr>
        <p:spPr>
          <a:xfrm>
            <a:off x="609600" y="2286000"/>
            <a:ext cx="3143250" cy="685800"/>
          </a:xfrm>
          <a:prstGeom prst="rect">
            <a:avLst/>
          </a:prstGeom>
          <a:noFill/>
          <a:ln w="0">
            <a:noFill/>
          </a:ln>
        </p:spPr>
        <p:txBody>
          <a:bodyPr anchor="t"/>
          <a:lstStyle/>
          <a:p>
            <a:pPr>
              <a:defRPr sz="4500" b="1">
                <a:solidFill>
                  <a:srgbClr val="007F78"/>
                </a:solidFill>
                <a:latin typeface="Arial"/>
                <a:ea typeface="Arial"/>
                <a:cs typeface="Arial"/>
              </a:defRPr>
            </a:pPr>
            <a:r>
              <a:rPr sz="4500" b="1" dirty="0">
                <a:solidFill>
                  <a:srgbClr val="007F78"/>
                </a:solidFill>
                <a:latin typeface="Arial"/>
                <a:ea typeface="Arial"/>
                <a:cs typeface="Arial"/>
              </a:rPr>
              <a:t>01</a:t>
            </a:r>
          </a:p>
        </p:txBody>
      </p:sp>
      <p:sp>
        <p:nvSpPr>
          <p:cNvPr id="7" name="Rectangle 6">
            <a:extLst>
              <a:ext uri="{FF2B5EF4-FFF2-40B4-BE49-F238E27FC236}">
                <a16:creationId xmlns:a16="http://schemas.microsoft.com/office/drawing/2014/main" id="{011D9946-2FE2-43DF-A418-E961E1A33FAB}"/>
              </a:ext>
            </a:extLst>
          </p:cNvPr>
          <p:cNvSpPr>
            <a:spLocks noGrp="1"/>
          </p:cNvSpPr>
          <p:nvPr/>
        </p:nvSpPr>
        <p:spPr>
          <a:xfrm>
            <a:off x="609600" y="3209925"/>
            <a:ext cx="3429000" cy="19050"/>
          </a:xfrm>
          <a:prstGeom prst="rect">
            <a:avLst/>
          </a:prstGeom>
          <a:solidFill>
            <a:srgbClr val="C6DEDA"/>
          </a:solidFill>
          <a:ln w="0">
            <a:noFill/>
          </a:ln>
        </p:spPr>
        <p:txBody>
          <a:bodyPr/>
          <a:lstStyle/>
          <a:p>
            <a:endParaRPr lang="en-CA" dirty="0"/>
          </a:p>
        </p:txBody>
      </p:sp>
      <p:sp>
        <p:nvSpPr>
          <p:cNvPr id="8" name="Rectangle 7">
            <a:extLst>
              <a:ext uri="{FF2B5EF4-FFF2-40B4-BE49-F238E27FC236}">
                <a16:creationId xmlns:a16="http://schemas.microsoft.com/office/drawing/2014/main" id="{740AD802-2120-41DB-B3FC-A2BDAC5DF31C}"/>
              </a:ext>
            </a:extLst>
          </p:cNvPr>
          <p:cNvSpPr>
            <a:spLocks noGrp="1"/>
          </p:cNvSpPr>
          <p:nvPr/>
        </p:nvSpPr>
        <p:spPr>
          <a:xfrm>
            <a:off x="609600" y="3438525"/>
            <a:ext cx="3429000" cy="428625"/>
          </a:xfrm>
          <a:prstGeom prst="rect">
            <a:avLst/>
          </a:prstGeom>
          <a:noFill/>
          <a:ln w="0">
            <a:noFill/>
          </a:ln>
        </p:spPr>
        <p:txBody>
          <a:bodyPr anchor="t"/>
          <a:lstStyle/>
          <a:p>
            <a:pPr>
              <a:defRPr sz="2175" b="1">
                <a:solidFill>
                  <a:srgbClr val="203332"/>
                </a:solidFill>
                <a:latin typeface="Arial"/>
                <a:ea typeface="Arial"/>
                <a:cs typeface="Arial"/>
              </a:defRPr>
            </a:pPr>
            <a:r>
              <a:rPr sz="2175" b="1" dirty="0">
                <a:solidFill>
                  <a:srgbClr val="203332"/>
                </a:solidFill>
                <a:latin typeface="Arial"/>
                <a:ea typeface="Arial"/>
                <a:cs typeface="Arial"/>
              </a:rPr>
              <a:t>Language</a:t>
            </a:r>
          </a:p>
        </p:txBody>
      </p:sp>
      <p:sp>
        <p:nvSpPr>
          <p:cNvPr id="9" name="Rectangle 8">
            <a:extLst>
              <a:ext uri="{FF2B5EF4-FFF2-40B4-BE49-F238E27FC236}">
                <a16:creationId xmlns:a16="http://schemas.microsoft.com/office/drawing/2014/main" id="{F2ACA827-3BC0-4C23-86AE-BE0CDBA34090}"/>
              </a:ext>
            </a:extLst>
          </p:cNvPr>
          <p:cNvSpPr>
            <a:spLocks noGrp="1"/>
          </p:cNvSpPr>
          <p:nvPr/>
        </p:nvSpPr>
        <p:spPr>
          <a:xfrm>
            <a:off x="609600" y="4086225"/>
            <a:ext cx="3381375" cy="857250"/>
          </a:xfrm>
          <a:prstGeom prst="rect">
            <a:avLst/>
          </a:prstGeom>
          <a:noFill/>
          <a:ln w="0">
            <a:noFill/>
          </a:ln>
        </p:spPr>
        <p:txBody>
          <a:bodyPr anchor="t"/>
          <a:lstStyle/>
          <a:p>
            <a:pPr>
              <a:defRPr sz="1950" b="0">
                <a:solidFill>
                  <a:srgbClr val="526663"/>
                </a:solidFill>
                <a:latin typeface="Arial"/>
                <a:ea typeface="Arial"/>
                <a:cs typeface="Arial"/>
              </a:defRPr>
            </a:pPr>
            <a:r>
              <a:rPr sz="1950" b="0" dirty="0">
                <a:solidFill>
                  <a:srgbClr val="526663"/>
                </a:solidFill>
                <a:latin typeface="Arial"/>
                <a:ea typeface="Arial"/>
                <a:cs typeface="Arial"/>
              </a:rPr>
              <a:t>Use the employee’s</a:t>
            </a:r>
          </a:p>
          <a:p>
            <a:pPr>
              <a:defRPr sz="1950" b="0">
                <a:solidFill>
                  <a:srgbClr val="526663"/>
                </a:solidFill>
                <a:latin typeface="Arial"/>
                <a:ea typeface="Arial"/>
                <a:cs typeface="Arial"/>
              </a:defRPr>
            </a:pPr>
            <a:r>
              <a:rPr sz="1950" b="0" dirty="0">
                <a:solidFill>
                  <a:srgbClr val="526663"/>
                </a:solidFill>
                <a:latin typeface="Arial"/>
                <a:ea typeface="Arial"/>
                <a:cs typeface="Arial"/>
              </a:rPr>
              <a:t>chosen language</a:t>
            </a:r>
          </a:p>
        </p:txBody>
      </p:sp>
      <p:sp>
        <p:nvSpPr>
          <p:cNvPr id="10" name="Rectangle 9">
            <a:extLst>
              <a:ext uri="{FF2B5EF4-FFF2-40B4-BE49-F238E27FC236}">
                <a16:creationId xmlns:a16="http://schemas.microsoft.com/office/drawing/2014/main" id="{EB32CCB9-EFF5-4FAE-839D-EA78AAED1AD4}"/>
              </a:ext>
            </a:extLst>
          </p:cNvPr>
          <p:cNvSpPr>
            <a:spLocks noGrp="1"/>
          </p:cNvSpPr>
          <p:nvPr/>
        </p:nvSpPr>
        <p:spPr>
          <a:xfrm>
            <a:off x="4371975" y="2286000"/>
            <a:ext cx="3143250" cy="685800"/>
          </a:xfrm>
          <a:prstGeom prst="rect">
            <a:avLst/>
          </a:prstGeom>
          <a:noFill/>
          <a:ln w="0">
            <a:noFill/>
          </a:ln>
        </p:spPr>
        <p:txBody>
          <a:bodyPr anchor="t"/>
          <a:lstStyle/>
          <a:p>
            <a:pPr>
              <a:defRPr sz="4500" b="1">
                <a:solidFill>
                  <a:srgbClr val="007F78"/>
                </a:solidFill>
                <a:latin typeface="Arial"/>
                <a:ea typeface="Arial"/>
                <a:cs typeface="Arial"/>
              </a:defRPr>
            </a:pPr>
            <a:r>
              <a:rPr sz="4500" b="1" dirty="0">
                <a:solidFill>
                  <a:srgbClr val="007F78"/>
                </a:solidFill>
                <a:latin typeface="Arial"/>
                <a:ea typeface="Arial"/>
                <a:cs typeface="Arial"/>
              </a:rPr>
              <a:t>02</a:t>
            </a:r>
          </a:p>
        </p:txBody>
      </p:sp>
      <p:sp>
        <p:nvSpPr>
          <p:cNvPr id="11" name="Rectangle 10">
            <a:extLst>
              <a:ext uri="{FF2B5EF4-FFF2-40B4-BE49-F238E27FC236}">
                <a16:creationId xmlns:a16="http://schemas.microsoft.com/office/drawing/2014/main" id="{98E6203B-A5A0-438E-8F00-46539F100EF2}"/>
              </a:ext>
            </a:extLst>
          </p:cNvPr>
          <p:cNvSpPr>
            <a:spLocks noGrp="1"/>
          </p:cNvSpPr>
          <p:nvPr/>
        </p:nvSpPr>
        <p:spPr>
          <a:xfrm>
            <a:off x="4371975" y="3209925"/>
            <a:ext cx="3429000" cy="19050"/>
          </a:xfrm>
          <a:prstGeom prst="rect">
            <a:avLst/>
          </a:prstGeom>
          <a:solidFill>
            <a:srgbClr val="C6DEDA"/>
          </a:solidFill>
          <a:ln w="0">
            <a:noFill/>
          </a:ln>
        </p:spPr>
        <p:txBody>
          <a:bodyPr/>
          <a:lstStyle/>
          <a:p>
            <a:endParaRPr lang="en-CA" dirty="0"/>
          </a:p>
        </p:txBody>
      </p:sp>
      <p:sp>
        <p:nvSpPr>
          <p:cNvPr id="12" name="Rectangle 11">
            <a:extLst>
              <a:ext uri="{FF2B5EF4-FFF2-40B4-BE49-F238E27FC236}">
                <a16:creationId xmlns:a16="http://schemas.microsoft.com/office/drawing/2014/main" id="{2D5947D9-3A58-4B5B-9346-A16294E6D574}"/>
              </a:ext>
            </a:extLst>
          </p:cNvPr>
          <p:cNvSpPr>
            <a:spLocks noGrp="1"/>
          </p:cNvSpPr>
          <p:nvPr/>
        </p:nvSpPr>
        <p:spPr>
          <a:xfrm>
            <a:off x="4371975" y="3438525"/>
            <a:ext cx="3429000" cy="428625"/>
          </a:xfrm>
          <a:prstGeom prst="rect">
            <a:avLst/>
          </a:prstGeom>
          <a:noFill/>
          <a:ln w="0">
            <a:noFill/>
          </a:ln>
        </p:spPr>
        <p:txBody>
          <a:bodyPr anchor="t"/>
          <a:lstStyle/>
          <a:p>
            <a:pPr>
              <a:defRPr sz="2175" b="1">
                <a:solidFill>
                  <a:srgbClr val="203332"/>
                </a:solidFill>
                <a:latin typeface="Arial"/>
                <a:ea typeface="Arial"/>
                <a:cs typeface="Arial"/>
              </a:defRPr>
            </a:pPr>
            <a:r>
              <a:rPr sz="2175" b="1" dirty="0">
                <a:solidFill>
                  <a:srgbClr val="203332"/>
                </a:solidFill>
                <a:latin typeface="Arial"/>
                <a:ea typeface="Arial"/>
                <a:cs typeface="Arial"/>
              </a:rPr>
              <a:t>Personal document</a:t>
            </a:r>
          </a:p>
        </p:txBody>
      </p:sp>
      <p:sp>
        <p:nvSpPr>
          <p:cNvPr id="13" name="Rectangle 12">
            <a:extLst>
              <a:ext uri="{FF2B5EF4-FFF2-40B4-BE49-F238E27FC236}">
                <a16:creationId xmlns:a16="http://schemas.microsoft.com/office/drawing/2014/main" id="{06ABFFCF-E2B8-4CEC-9FB8-0AF0EFA1E993}"/>
              </a:ext>
            </a:extLst>
          </p:cNvPr>
          <p:cNvSpPr>
            <a:spLocks noGrp="1"/>
          </p:cNvSpPr>
          <p:nvPr/>
        </p:nvSpPr>
        <p:spPr>
          <a:xfrm>
            <a:off x="4371975" y="4086225"/>
            <a:ext cx="3381375" cy="857250"/>
          </a:xfrm>
          <a:prstGeom prst="rect">
            <a:avLst/>
          </a:prstGeom>
          <a:noFill/>
          <a:ln w="0">
            <a:noFill/>
          </a:ln>
        </p:spPr>
        <p:txBody>
          <a:bodyPr anchor="t"/>
          <a:lstStyle/>
          <a:p>
            <a:pPr>
              <a:defRPr sz="1950" b="0">
                <a:solidFill>
                  <a:srgbClr val="526663"/>
                </a:solidFill>
                <a:latin typeface="Arial"/>
                <a:ea typeface="Arial"/>
                <a:cs typeface="Arial"/>
              </a:defRPr>
            </a:pPr>
            <a:r>
              <a:rPr sz="1950" b="0" dirty="0">
                <a:solidFill>
                  <a:srgbClr val="526663"/>
                </a:solidFill>
                <a:latin typeface="Arial"/>
                <a:ea typeface="Arial"/>
                <a:cs typeface="Arial"/>
              </a:rPr>
              <a:t>Attach</a:t>
            </a:r>
            <a:r>
              <a:rPr lang="en-CA" sz="1950" dirty="0">
                <a:solidFill>
                  <a:srgbClr val="526663"/>
                </a:solidFill>
                <a:latin typeface="Arial"/>
                <a:ea typeface="Arial"/>
                <a:cs typeface="Arial"/>
              </a:rPr>
              <a:t> the relevant document to the email</a:t>
            </a:r>
            <a:endParaRPr sz="1950" b="0" dirty="0">
              <a:solidFill>
                <a:srgbClr val="526663"/>
              </a:solidFill>
              <a:latin typeface="Arial"/>
              <a:ea typeface="Arial"/>
              <a:cs typeface="Arial"/>
            </a:endParaRPr>
          </a:p>
        </p:txBody>
      </p:sp>
      <p:sp>
        <p:nvSpPr>
          <p:cNvPr id="14" name="Rectangle 13">
            <a:extLst>
              <a:ext uri="{FF2B5EF4-FFF2-40B4-BE49-F238E27FC236}">
                <a16:creationId xmlns:a16="http://schemas.microsoft.com/office/drawing/2014/main" id="{7DD961A0-C941-443E-9DC9-01248AB8B34B}"/>
              </a:ext>
            </a:extLst>
          </p:cNvPr>
          <p:cNvSpPr>
            <a:spLocks noGrp="1"/>
          </p:cNvSpPr>
          <p:nvPr/>
        </p:nvSpPr>
        <p:spPr>
          <a:xfrm>
            <a:off x="8134350" y="2286000"/>
            <a:ext cx="3143250" cy="685800"/>
          </a:xfrm>
          <a:prstGeom prst="rect">
            <a:avLst/>
          </a:prstGeom>
          <a:noFill/>
          <a:ln w="0">
            <a:noFill/>
          </a:ln>
        </p:spPr>
        <p:txBody>
          <a:bodyPr anchor="t"/>
          <a:lstStyle/>
          <a:p>
            <a:pPr>
              <a:defRPr sz="4500" b="1">
                <a:solidFill>
                  <a:srgbClr val="007F78"/>
                </a:solidFill>
                <a:latin typeface="Arial"/>
                <a:ea typeface="Arial"/>
                <a:cs typeface="Arial"/>
              </a:defRPr>
            </a:pPr>
            <a:r>
              <a:rPr sz="4500" b="1" dirty="0">
                <a:solidFill>
                  <a:srgbClr val="007F78"/>
                </a:solidFill>
                <a:latin typeface="Arial"/>
                <a:ea typeface="Arial"/>
                <a:cs typeface="Arial"/>
              </a:rPr>
              <a:t>03</a:t>
            </a:r>
          </a:p>
        </p:txBody>
      </p:sp>
      <p:sp>
        <p:nvSpPr>
          <p:cNvPr id="15" name="Rectangle 14">
            <a:extLst>
              <a:ext uri="{FF2B5EF4-FFF2-40B4-BE49-F238E27FC236}">
                <a16:creationId xmlns:a16="http://schemas.microsoft.com/office/drawing/2014/main" id="{521EBC21-559F-4D88-9EB6-EA663166FFD7}"/>
              </a:ext>
            </a:extLst>
          </p:cNvPr>
          <p:cNvSpPr>
            <a:spLocks noGrp="1"/>
          </p:cNvSpPr>
          <p:nvPr/>
        </p:nvSpPr>
        <p:spPr>
          <a:xfrm>
            <a:off x="8134350" y="3209925"/>
            <a:ext cx="3429000" cy="19050"/>
          </a:xfrm>
          <a:prstGeom prst="rect">
            <a:avLst/>
          </a:prstGeom>
          <a:solidFill>
            <a:srgbClr val="C6DEDA"/>
          </a:solidFill>
          <a:ln w="0">
            <a:noFill/>
          </a:ln>
        </p:spPr>
        <p:txBody>
          <a:bodyPr/>
          <a:lstStyle/>
          <a:p>
            <a:endParaRPr lang="en-CA" dirty="0"/>
          </a:p>
        </p:txBody>
      </p:sp>
      <p:sp>
        <p:nvSpPr>
          <p:cNvPr id="16" name="Rectangle 15">
            <a:extLst>
              <a:ext uri="{FF2B5EF4-FFF2-40B4-BE49-F238E27FC236}">
                <a16:creationId xmlns:a16="http://schemas.microsoft.com/office/drawing/2014/main" id="{4FABA7F5-9370-4E79-8558-9035CBF4BA4C}"/>
              </a:ext>
            </a:extLst>
          </p:cNvPr>
          <p:cNvSpPr>
            <a:spLocks noGrp="1"/>
          </p:cNvSpPr>
          <p:nvPr/>
        </p:nvSpPr>
        <p:spPr>
          <a:xfrm>
            <a:off x="8134350" y="3438525"/>
            <a:ext cx="3429000" cy="428625"/>
          </a:xfrm>
          <a:prstGeom prst="rect">
            <a:avLst/>
          </a:prstGeom>
          <a:noFill/>
          <a:ln w="0">
            <a:noFill/>
          </a:ln>
        </p:spPr>
        <p:txBody>
          <a:bodyPr anchor="t"/>
          <a:lstStyle/>
          <a:p>
            <a:pPr>
              <a:defRPr sz="2175" b="1">
                <a:solidFill>
                  <a:srgbClr val="203332"/>
                </a:solidFill>
                <a:latin typeface="Arial"/>
                <a:ea typeface="Arial"/>
                <a:cs typeface="Arial"/>
              </a:defRPr>
            </a:pPr>
            <a:r>
              <a:rPr sz="2175" b="1" dirty="0">
                <a:solidFill>
                  <a:srgbClr val="203332"/>
                </a:solidFill>
                <a:latin typeface="Arial"/>
                <a:ea typeface="Arial"/>
                <a:cs typeface="Arial"/>
              </a:rPr>
              <a:t>Supplemental detail</a:t>
            </a:r>
          </a:p>
        </p:txBody>
      </p:sp>
      <p:sp>
        <p:nvSpPr>
          <p:cNvPr id="17" name="Rectangle 16">
            <a:extLst>
              <a:ext uri="{FF2B5EF4-FFF2-40B4-BE49-F238E27FC236}">
                <a16:creationId xmlns:a16="http://schemas.microsoft.com/office/drawing/2014/main" id="{626D7AFE-3506-437F-8E5A-C93F4515EF2C}"/>
              </a:ext>
            </a:extLst>
          </p:cNvPr>
          <p:cNvSpPr>
            <a:spLocks noGrp="1"/>
          </p:cNvSpPr>
          <p:nvPr/>
        </p:nvSpPr>
        <p:spPr>
          <a:xfrm>
            <a:off x="8134350" y="4086225"/>
            <a:ext cx="3381375" cy="857250"/>
          </a:xfrm>
          <a:prstGeom prst="rect">
            <a:avLst/>
          </a:prstGeom>
          <a:noFill/>
          <a:ln w="0">
            <a:noFill/>
          </a:ln>
        </p:spPr>
        <p:txBody>
          <a:bodyPr anchor="t"/>
          <a:lstStyle/>
          <a:p>
            <a:pPr>
              <a:defRPr sz="1950" b="0">
                <a:solidFill>
                  <a:srgbClr val="526663"/>
                </a:solidFill>
                <a:latin typeface="Arial"/>
                <a:ea typeface="Arial"/>
                <a:cs typeface="Arial"/>
              </a:defRPr>
            </a:pPr>
            <a:r>
              <a:rPr sz="1950" b="0" dirty="0">
                <a:solidFill>
                  <a:srgbClr val="526663"/>
                </a:solidFill>
                <a:latin typeface="Arial"/>
                <a:ea typeface="Arial"/>
                <a:cs typeface="Arial"/>
              </a:rPr>
              <a:t>Include extra PDFs or</a:t>
            </a:r>
          </a:p>
          <a:p>
            <a:pPr>
              <a:defRPr sz="1950" b="0">
                <a:solidFill>
                  <a:srgbClr val="526663"/>
                </a:solidFill>
                <a:latin typeface="Arial"/>
                <a:ea typeface="Arial"/>
                <a:cs typeface="Arial"/>
              </a:defRPr>
            </a:pPr>
            <a:r>
              <a:rPr sz="1950" b="0" dirty="0">
                <a:solidFill>
                  <a:srgbClr val="526663"/>
                </a:solidFill>
                <a:latin typeface="Arial"/>
                <a:ea typeface="Arial"/>
                <a:cs typeface="Arial"/>
              </a:rPr>
              <a:t>instructions</a:t>
            </a:r>
            <a:r>
              <a:rPr lang="en-CA" sz="1950" b="0" dirty="0">
                <a:solidFill>
                  <a:srgbClr val="526663"/>
                </a:solidFill>
                <a:latin typeface="Arial"/>
                <a:ea typeface="Arial"/>
                <a:cs typeface="Arial"/>
              </a:rPr>
              <a:t>,</a:t>
            </a:r>
            <a:r>
              <a:rPr sz="1950" b="0" dirty="0">
                <a:solidFill>
                  <a:srgbClr val="526663"/>
                </a:solidFill>
                <a:latin typeface="Arial"/>
                <a:ea typeface="Arial"/>
                <a:cs typeface="Arial"/>
              </a:rPr>
              <a:t> when needed</a:t>
            </a:r>
          </a:p>
        </p:txBody>
      </p:sp>
      <p:sp>
        <p:nvSpPr>
          <p:cNvPr id="18" name="Rectangle 17">
            <a:extLst>
              <a:ext uri="{FF2B5EF4-FFF2-40B4-BE49-F238E27FC236}">
                <a16:creationId xmlns:a16="http://schemas.microsoft.com/office/drawing/2014/main" id="{B8ADFEA0-713D-43C4-89CC-AC7889C701D9}"/>
              </a:ext>
            </a:extLst>
          </p:cNvPr>
          <p:cNvSpPr>
            <a:spLocks noGrp="1"/>
          </p:cNvSpPr>
          <p:nvPr/>
        </p:nvSpPr>
        <p:spPr>
          <a:xfrm>
            <a:off x="609600" y="5448300"/>
            <a:ext cx="10953750" cy="495300"/>
          </a:xfrm>
          <a:prstGeom prst="rect">
            <a:avLst/>
          </a:prstGeom>
          <a:noFill/>
          <a:ln w="0">
            <a:noFill/>
          </a:ln>
        </p:spPr>
        <p:txBody>
          <a:bodyPr anchor="t"/>
          <a:lstStyle/>
          <a:p>
            <a:pPr>
              <a:defRPr sz="2100" b="1">
                <a:solidFill>
                  <a:srgbClr val="007F78"/>
                </a:solidFill>
                <a:latin typeface="Arial"/>
                <a:ea typeface="Arial"/>
                <a:cs typeface="Arial"/>
              </a:defRPr>
            </a:pPr>
            <a:r>
              <a:rPr sz="2100" b="1" dirty="0">
                <a:solidFill>
                  <a:srgbClr val="007F78"/>
                </a:solidFill>
                <a:latin typeface="Arial"/>
                <a:ea typeface="Arial"/>
                <a:cs typeface="Arial"/>
              </a:rPr>
              <a:t>The challenge: get every combination right without manual assembly</a:t>
            </a:r>
          </a:p>
        </p:txBody>
      </p:sp>
      <p:pic>
        <p:nvPicPr>
          <p:cNvPr id="23" name="Picture 22">
            <a:extLst>
              <a:ext uri="{FF2B5EF4-FFF2-40B4-BE49-F238E27FC236}">
                <a16:creationId xmlns:a16="http://schemas.microsoft.com/office/drawing/2014/main" id="{D25602A6-559A-F407-BD89-E9551EBFED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76356" y="125463"/>
            <a:ext cx="2293700" cy="249193"/>
          </a:xfrm>
          <a:prstGeom prst="rect">
            <a:avLst/>
          </a:prstGeom>
        </p:spPr>
      </p:pic>
    </p:spTree>
    <p:extLst>
      <p:ext uri="{BB962C8B-B14F-4D97-AF65-F5344CB8AC3E}">
        <p14:creationId xmlns:p14="http://schemas.microsoft.com/office/powerpoint/2010/main" val="16444940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66AC6FA-DAE4-44D3-ABB8-DBD0C3083502}"/>
              </a:ext>
            </a:extLst>
          </p:cNvPr>
          <p:cNvSpPr>
            <a:spLocks noGrp="1"/>
          </p:cNvSpPr>
          <p:nvPr/>
        </p:nvSpPr>
        <p:spPr>
          <a:xfrm>
            <a:off x="609600" y="333375"/>
            <a:ext cx="10477500" cy="247650"/>
          </a:xfrm>
          <a:prstGeom prst="rect">
            <a:avLst/>
          </a:prstGeom>
          <a:noFill/>
          <a:ln w="0">
            <a:noFill/>
          </a:ln>
        </p:spPr>
        <p:txBody>
          <a:bodyPr anchor="t"/>
          <a:lstStyle/>
          <a:p>
            <a:pPr>
              <a:defRPr sz="1275" b="1">
                <a:solidFill>
                  <a:srgbClr val="007F78"/>
                </a:solidFill>
                <a:latin typeface="Arial"/>
                <a:ea typeface="Arial"/>
                <a:cs typeface="Arial"/>
              </a:defRPr>
            </a:pPr>
            <a:r>
              <a:rPr sz="1275" b="1" dirty="0">
                <a:solidFill>
                  <a:srgbClr val="007F78"/>
                </a:solidFill>
                <a:latin typeface="Arial"/>
                <a:ea typeface="Arial"/>
                <a:cs typeface="Arial"/>
              </a:rPr>
              <a:t>THE CONTROL FILE</a:t>
            </a:r>
          </a:p>
        </p:txBody>
      </p:sp>
      <p:sp>
        <p:nvSpPr>
          <p:cNvPr id="2" name="Rectangle 1">
            <a:extLst>
              <a:ext uri="{FF2B5EF4-FFF2-40B4-BE49-F238E27FC236}">
                <a16:creationId xmlns:a16="http://schemas.microsoft.com/office/drawing/2014/main" id="{01158196-2D13-4DCF-B8F0-4AF5EB4EAE2F}"/>
              </a:ext>
            </a:extLst>
          </p:cNvPr>
          <p:cNvSpPr>
            <a:spLocks noGrp="1"/>
          </p:cNvSpPr>
          <p:nvPr/>
        </p:nvSpPr>
        <p:spPr>
          <a:xfrm>
            <a:off x="609600" y="809625"/>
            <a:ext cx="10934700" cy="1104900"/>
          </a:xfrm>
          <a:prstGeom prst="rect">
            <a:avLst/>
          </a:prstGeom>
          <a:noFill/>
          <a:ln w="0">
            <a:noFill/>
          </a:ln>
        </p:spPr>
        <p:txBody>
          <a:bodyPr anchor="t"/>
          <a:lstStyle/>
          <a:p>
            <a:pPr>
              <a:defRPr sz="3600" b="1">
                <a:solidFill>
                  <a:srgbClr val="203332"/>
                </a:solidFill>
                <a:latin typeface="Arial"/>
                <a:ea typeface="Arial"/>
                <a:cs typeface="Arial"/>
              </a:defRPr>
            </a:pPr>
            <a:r>
              <a:rPr sz="3600" b="1" dirty="0">
                <a:solidFill>
                  <a:srgbClr val="203332"/>
                </a:solidFill>
                <a:latin typeface="Arial"/>
                <a:ea typeface="Arial"/>
                <a:cs typeface="Arial"/>
              </a:rPr>
              <a:t>One Excel row drives </a:t>
            </a:r>
            <a:r>
              <a:rPr lang="en-CA" sz="3600" b="1" dirty="0">
                <a:solidFill>
                  <a:srgbClr val="203332"/>
                </a:solidFill>
                <a:latin typeface="Arial"/>
                <a:ea typeface="Arial"/>
                <a:cs typeface="Arial"/>
              </a:rPr>
              <a:t>each</a:t>
            </a:r>
            <a:r>
              <a:rPr sz="3600" b="1" dirty="0">
                <a:solidFill>
                  <a:srgbClr val="203332"/>
                </a:solidFill>
                <a:latin typeface="Arial"/>
                <a:ea typeface="Arial"/>
                <a:cs typeface="Arial"/>
              </a:rPr>
              <a:t> employee email</a:t>
            </a:r>
          </a:p>
        </p:txBody>
      </p:sp>
      <p:sp>
        <p:nvSpPr>
          <p:cNvPr id="3" name="Rectangle 2">
            <a:extLst>
              <a:ext uri="{FF2B5EF4-FFF2-40B4-BE49-F238E27FC236}">
                <a16:creationId xmlns:a16="http://schemas.microsoft.com/office/drawing/2014/main" id="{D4F9758C-2DD4-423E-BE94-8EB0247D8715}"/>
              </a:ext>
            </a:extLst>
          </p:cNvPr>
          <p:cNvSpPr>
            <a:spLocks noGrp="1"/>
          </p:cNvSpPr>
          <p:nvPr/>
        </p:nvSpPr>
        <p:spPr>
          <a:xfrm>
            <a:off x="609600" y="6324600"/>
            <a:ext cx="10972800" cy="19050"/>
          </a:xfrm>
          <a:prstGeom prst="rect">
            <a:avLst/>
          </a:prstGeom>
          <a:solidFill>
            <a:srgbClr val="C6DEDA"/>
          </a:solidFill>
          <a:ln w="0">
            <a:noFill/>
          </a:ln>
        </p:spPr>
        <p:txBody>
          <a:bodyPr/>
          <a:lstStyle/>
          <a:p>
            <a:endParaRPr lang="en-CA" dirty="0"/>
          </a:p>
        </p:txBody>
      </p:sp>
      <p:sp>
        <p:nvSpPr>
          <p:cNvPr id="4" name="Rectangle 3">
            <a:extLst>
              <a:ext uri="{FF2B5EF4-FFF2-40B4-BE49-F238E27FC236}">
                <a16:creationId xmlns:a16="http://schemas.microsoft.com/office/drawing/2014/main" id="{B80898C3-A374-4470-8CC0-BF4052010467}"/>
              </a:ext>
            </a:extLst>
          </p:cNvPr>
          <p:cNvSpPr>
            <a:spLocks noGrp="1"/>
          </p:cNvSpPr>
          <p:nvPr/>
        </p:nvSpPr>
        <p:spPr>
          <a:xfrm>
            <a:off x="609600" y="6448425"/>
            <a:ext cx="10382250" cy="171450"/>
          </a:xfrm>
          <a:prstGeom prst="rect">
            <a:avLst/>
          </a:prstGeom>
          <a:noFill/>
          <a:ln w="0">
            <a:noFill/>
          </a:ln>
        </p:spPr>
        <p:txBody>
          <a:bodyPr anchor="t"/>
          <a:lstStyle/>
          <a:p>
            <a:pPr>
              <a:defRPr sz="900" b="0">
                <a:solidFill>
                  <a:srgbClr val="526663"/>
                </a:solidFill>
                <a:latin typeface="Arial"/>
                <a:ea typeface="Arial"/>
                <a:cs typeface="Arial"/>
              </a:defRPr>
            </a:pPr>
            <a:r>
              <a:rPr sz="900" b="0" dirty="0">
                <a:solidFill>
                  <a:srgbClr val="526663"/>
                </a:solidFill>
                <a:latin typeface="Arial"/>
                <a:ea typeface="Arial"/>
                <a:cs typeface="Arial"/>
              </a:rPr>
              <a:t>POWERSHELL  /  PERSONALIZED EMPLOYEE EMAIL</a:t>
            </a:r>
            <a:r>
              <a:rPr lang="en-CA" sz="900" b="0" dirty="0">
                <a:solidFill>
                  <a:srgbClr val="526663"/>
                </a:solidFill>
                <a:latin typeface="Arial"/>
                <a:ea typeface="Arial"/>
                <a:cs typeface="Arial"/>
              </a:rPr>
              <a:t>S</a:t>
            </a:r>
            <a:endParaRPr sz="900" b="0" dirty="0">
              <a:solidFill>
                <a:srgbClr val="526663"/>
              </a:solidFill>
              <a:latin typeface="Arial"/>
              <a:ea typeface="Arial"/>
              <a:cs typeface="Arial"/>
            </a:endParaRPr>
          </a:p>
        </p:txBody>
      </p:sp>
      <p:sp>
        <p:nvSpPr>
          <p:cNvPr id="5" name="Rectangle 4">
            <a:extLst>
              <a:ext uri="{FF2B5EF4-FFF2-40B4-BE49-F238E27FC236}">
                <a16:creationId xmlns:a16="http://schemas.microsoft.com/office/drawing/2014/main" id="{89AF58EB-BA79-46FC-88C8-C286D109F6CD}"/>
              </a:ext>
            </a:extLst>
          </p:cNvPr>
          <p:cNvSpPr>
            <a:spLocks noGrp="1"/>
          </p:cNvSpPr>
          <p:nvPr/>
        </p:nvSpPr>
        <p:spPr>
          <a:xfrm>
            <a:off x="11125200" y="6419850"/>
            <a:ext cx="476250" cy="228600"/>
          </a:xfrm>
          <a:prstGeom prst="rect">
            <a:avLst/>
          </a:prstGeom>
          <a:noFill/>
          <a:ln w="0">
            <a:noFill/>
          </a:ln>
        </p:spPr>
        <p:txBody>
          <a:bodyPr anchor="t"/>
          <a:lstStyle/>
          <a:p>
            <a:pPr>
              <a:defRPr sz="1050" b="1">
                <a:solidFill>
                  <a:srgbClr val="007F78"/>
                </a:solidFill>
                <a:latin typeface="Arial"/>
                <a:ea typeface="Arial"/>
                <a:cs typeface="Arial"/>
              </a:defRPr>
            </a:pPr>
            <a:r>
              <a:rPr sz="1050" b="1" dirty="0">
                <a:solidFill>
                  <a:srgbClr val="007F78"/>
                </a:solidFill>
                <a:latin typeface="Arial"/>
                <a:ea typeface="Arial"/>
                <a:cs typeface="Arial"/>
              </a:rPr>
              <a:t>04</a:t>
            </a:r>
          </a:p>
        </p:txBody>
      </p:sp>
      <p:sp>
        <p:nvSpPr>
          <p:cNvPr id="6" name="Rectangle 5">
            <a:extLst>
              <a:ext uri="{FF2B5EF4-FFF2-40B4-BE49-F238E27FC236}">
                <a16:creationId xmlns:a16="http://schemas.microsoft.com/office/drawing/2014/main" id="{58C04FAB-C4F2-402D-9F8E-9268711BF937}"/>
              </a:ext>
            </a:extLst>
          </p:cNvPr>
          <p:cNvSpPr>
            <a:spLocks noGrp="1"/>
          </p:cNvSpPr>
          <p:nvPr/>
        </p:nvSpPr>
        <p:spPr>
          <a:xfrm>
            <a:off x="609600" y="2000250"/>
            <a:ext cx="10858500" cy="495300"/>
          </a:xfrm>
          <a:prstGeom prst="rect">
            <a:avLst/>
          </a:prstGeom>
          <a:noFill/>
          <a:ln w="0">
            <a:noFill/>
          </a:ln>
        </p:spPr>
        <p:txBody>
          <a:bodyPr anchor="t"/>
          <a:lstStyle/>
          <a:p>
            <a:pPr>
              <a:defRPr sz="1725" b="0">
                <a:solidFill>
                  <a:srgbClr val="526663"/>
                </a:solidFill>
                <a:latin typeface="Arial"/>
                <a:ea typeface="Arial"/>
                <a:cs typeface="Arial"/>
              </a:defRPr>
            </a:pPr>
            <a:r>
              <a:rPr sz="1725" b="0" dirty="0">
                <a:solidFill>
                  <a:srgbClr val="526663"/>
                </a:solidFill>
                <a:latin typeface="Arial"/>
                <a:ea typeface="Arial"/>
                <a:cs typeface="Arial"/>
              </a:rPr>
              <a:t>Illustrative data — maintain in Excel; export to CSV for a simple PowerShell input.</a:t>
            </a:r>
          </a:p>
        </p:txBody>
      </p:sp>
      <p:graphicFrame>
        <p:nvGraphicFramePr>
          <p:cNvPr id="7" name="Table 6"/>
          <p:cNvGraphicFramePr/>
          <p:nvPr>
            <p:extLst>
              <p:ext uri="{D42A27DB-BD31-4B8C-83A1-F6EECF244321}">
                <p14:modId xmlns:p14="http://schemas.microsoft.com/office/powerpoint/2010/main" val="2389587783"/>
              </p:ext>
            </p:extLst>
          </p:nvPr>
        </p:nvGraphicFramePr>
        <p:xfrm>
          <a:off x="628650" y="2647950"/>
          <a:ext cx="10115550" cy="2209800"/>
        </p:xfrm>
        <a:graphic>
          <a:graphicData uri="http://schemas.openxmlformats.org/drawingml/2006/table">
            <a:tbl>
              <a:tblPr/>
              <a:tblGrid>
                <a:gridCol w="3073301">
                  <a:extLst>
                    <a:ext uri="{9D8B030D-6E8A-4147-A177-3AD203B41FA5}">
                      <a16:colId xmlns:a16="http://schemas.microsoft.com/office/drawing/2014/main" val="20000"/>
                    </a:ext>
                  </a:extLst>
                </a:gridCol>
                <a:gridCol w="1185416">
                  <a:extLst>
                    <a:ext uri="{9D8B030D-6E8A-4147-A177-3AD203B41FA5}">
                      <a16:colId xmlns:a16="http://schemas.microsoft.com/office/drawing/2014/main" val="20001"/>
                    </a:ext>
                  </a:extLst>
                </a:gridCol>
                <a:gridCol w="2195215">
                  <a:extLst>
                    <a:ext uri="{9D8B030D-6E8A-4147-A177-3AD203B41FA5}">
                      <a16:colId xmlns:a16="http://schemas.microsoft.com/office/drawing/2014/main" val="20002"/>
                    </a:ext>
                  </a:extLst>
                </a:gridCol>
                <a:gridCol w="3661618">
                  <a:extLst>
                    <a:ext uri="{9D8B030D-6E8A-4147-A177-3AD203B41FA5}">
                      <a16:colId xmlns:a16="http://schemas.microsoft.com/office/drawing/2014/main" val="20003"/>
                    </a:ext>
                  </a:extLst>
                </a:gridCol>
              </a:tblGrid>
              <a:tr h="552450">
                <a:tc>
                  <a:txBody>
                    <a:bodyPr/>
                    <a:lstStyle/>
                    <a:p>
                      <a:pPr algn="ctr"/>
                      <a:r>
                        <a:rPr lang="en-CA" sz="1500" b="1" dirty="0">
                          <a:solidFill>
                            <a:srgbClr val="FFFFFF"/>
                          </a:solidFill>
                          <a:latin typeface="Arial"/>
                          <a:ea typeface="Arial"/>
                          <a:cs typeface="Arial"/>
                        </a:rPr>
                        <a:t>E</a:t>
                      </a:r>
                      <a:r>
                        <a:rPr sz="1500" b="1" dirty="0">
                          <a:solidFill>
                            <a:srgbClr val="FFFFFF"/>
                          </a:solidFill>
                          <a:latin typeface="Arial"/>
                          <a:ea typeface="Arial"/>
                          <a:cs typeface="Arial"/>
                        </a:rPr>
                        <a:t>mail</a:t>
                      </a:r>
                    </a:p>
                  </a:txBody>
                  <a:tcPr>
                    <a:solidFill>
                      <a:srgbClr val="007F78"/>
                    </a:solidFill>
                  </a:tcPr>
                </a:tc>
                <a:tc>
                  <a:txBody>
                    <a:bodyPr/>
                    <a:lstStyle/>
                    <a:p>
                      <a:pPr algn="ctr"/>
                      <a:r>
                        <a:rPr sz="1500" b="1" dirty="0">
                          <a:solidFill>
                            <a:srgbClr val="FFFFFF"/>
                          </a:solidFill>
                          <a:latin typeface="Arial"/>
                          <a:ea typeface="Arial"/>
                          <a:cs typeface="Arial"/>
                        </a:rPr>
                        <a:t>Language</a:t>
                      </a:r>
                    </a:p>
                  </a:txBody>
                  <a:tcPr>
                    <a:solidFill>
                      <a:srgbClr val="007F78"/>
                    </a:solidFill>
                  </a:tcPr>
                </a:tc>
                <a:tc>
                  <a:txBody>
                    <a:bodyPr/>
                    <a:lstStyle/>
                    <a:p>
                      <a:pPr algn="ctr"/>
                      <a:r>
                        <a:rPr sz="1500" b="1" dirty="0">
                          <a:solidFill>
                            <a:srgbClr val="FFFFFF"/>
                          </a:solidFill>
                          <a:latin typeface="Arial"/>
                          <a:ea typeface="Arial"/>
                          <a:cs typeface="Arial"/>
                        </a:rPr>
                        <a:t>Personal PDF</a:t>
                      </a:r>
                    </a:p>
                  </a:txBody>
                  <a:tcPr>
                    <a:solidFill>
                      <a:srgbClr val="007F78"/>
                    </a:solidFill>
                  </a:tcPr>
                </a:tc>
                <a:tc>
                  <a:txBody>
                    <a:bodyPr/>
                    <a:lstStyle/>
                    <a:p>
                      <a:pPr algn="ctr"/>
                      <a:r>
                        <a:rPr sz="1500" b="1" dirty="0">
                          <a:solidFill>
                            <a:srgbClr val="FFFFFF"/>
                          </a:solidFill>
                          <a:latin typeface="Arial"/>
                          <a:ea typeface="Arial"/>
                          <a:cs typeface="Arial"/>
                        </a:rPr>
                        <a:t>Extra attachment(s)</a:t>
                      </a:r>
                    </a:p>
                  </a:txBody>
                  <a:tcPr>
                    <a:solidFill>
                      <a:srgbClr val="007F78"/>
                    </a:solidFill>
                  </a:tcPr>
                </a:tc>
                <a:extLst>
                  <a:ext uri="{0D108BD9-81ED-4DB2-BD59-A6C34878D82A}">
                    <a16:rowId xmlns:a16="http://schemas.microsoft.com/office/drawing/2014/main" val="10000"/>
                  </a:ext>
                </a:extLst>
              </a:tr>
              <a:tr h="552450">
                <a:tc>
                  <a:txBody>
                    <a:bodyPr/>
                    <a:lstStyle/>
                    <a:p>
                      <a:pPr algn="ctr"/>
                      <a:r>
                        <a:rPr sz="1500" b="0" dirty="0">
                          <a:solidFill>
                            <a:srgbClr val="203332"/>
                          </a:solidFill>
                          <a:latin typeface="Arial"/>
                          <a:ea typeface="Arial"/>
                          <a:cs typeface="Arial"/>
                          <a:hlinkClick r:id="rId3"/>
                        </a:rPr>
                        <a:t>alex@example.com</a:t>
                      </a:r>
                      <a:endParaRPr sz="1500" b="0" dirty="0">
                        <a:solidFill>
                          <a:srgbClr val="203332"/>
                        </a:solidFill>
                        <a:latin typeface="Arial"/>
                        <a:ea typeface="Arial"/>
                        <a:cs typeface="Arial"/>
                      </a:endParaRPr>
                    </a:p>
                  </a:txBody>
                  <a:tcPr>
                    <a:solidFill>
                      <a:srgbClr val="FFFFFF"/>
                    </a:solidFill>
                  </a:tcPr>
                </a:tc>
                <a:tc>
                  <a:txBody>
                    <a:bodyPr/>
                    <a:lstStyle/>
                    <a:p>
                      <a:pPr algn="ctr"/>
                      <a:r>
                        <a:rPr sz="1500" b="0" dirty="0">
                          <a:solidFill>
                            <a:srgbClr val="203332"/>
                          </a:solidFill>
                          <a:latin typeface="Arial"/>
                          <a:ea typeface="Arial"/>
                          <a:cs typeface="Arial"/>
                        </a:rPr>
                        <a:t>EN</a:t>
                      </a:r>
                    </a:p>
                  </a:txBody>
                  <a:tcPr>
                    <a:solidFill>
                      <a:srgbClr val="FFFFFF"/>
                    </a:solidFill>
                  </a:tcPr>
                </a:tc>
                <a:tc>
                  <a:txBody>
                    <a:bodyPr/>
                    <a:lstStyle/>
                    <a:p>
                      <a:pPr algn="ctr"/>
                      <a:r>
                        <a:rPr sz="1500" b="0" dirty="0">
                          <a:solidFill>
                            <a:srgbClr val="203332"/>
                          </a:solidFill>
                          <a:latin typeface="Arial"/>
                          <a:ea typeface="Arial"/>
                          <a:cs typeface="Arial"/>
                        </a:rPr>
                        <a:t>Tax_1001.pdf</a:t>
                      </a:r>
                    </a:p>
                  </a:txBody>
                  <a:tcPr>
                    <a:solidFill>
                      <a:srgbClr val="FFFFFF"/>
                    </a:solidFill>
                  </a:tcPr>
                </a:tc>
                <a:tc>
                  <a:txBody>
                    <a:bodyPr/>
                    <a:lstStyle/>
                    <a:p>
                      <a:pPr algn="ctr"/>
                      <a:r>
                        <a:rPr sz="1500" b="0" dirty="0">
                          <a:solidFill>
                            <a:srgbClr val="203332"/>
                          </a:solidFill>
                          <a:latin typeface="Arial"/>
                          <a:ea typeface="Arial"/>
                          <a:cs typeface="Arial"/>
                        </a:rPr>
                        <a:t>Guide_EN.pdf</a:t>
                      </a:r>
                    </a:p>
                  </a:txBody>
                  <a:tcPr>
                    <a:solidFill>
                      <a:srgbClr val="FFFFFF"/>
                    </a:solidFill>
                  </a:tcPr>
                </a:tc>
                <a:extLst>
                  <a:ext uri="{0D108BD9-81ED-4DB2-BD59-A6C34878D82A}">
                    <a16:rowId xmlns:a16="http://schemas.microsoft.com/office/drawing/2014/main" val="10001"/>
                  </a:ext>
                </a:extLst>
              </a:tr>
              <a:tr h="552450">
                <a:tc>
                  <a:txBody>
                    <a:bodyPr/>
                    <a:lstStyle/>
                    <a:p>
                      <a:pPr algn="ctr"/>
                      <a:r>
                        <a:rPr sz="1500" b="0" dirty="0">
                          <a:solidFill>
                            <a:srgbClr val="203332"/>
                          </a:solidFill>
                          <a:latin typeface="Arial"/>
                          <a:ea typeface="Arial"/>
                          <a:cs typeface="Arial"/>
                          <a:hlinkClick r:id="rId4"/>
                        </a:rPr>
                        <a:t>sam@example.com</a:t>
                      </a:r>
                      <a:endParaRPr sz="1500" b="0" dirty="0">
                        <a:solidFill>
                          <a:srgbClr val="203332"/>
                        </a:solidFill>
                        <a:latin typeface="Arial"/>
                        <a:ea typeface="Arial"/>
                        <a:cs typeface="Arial"/>
                      </a:endParaRPr>
                    </a:p>
                  </a:txBody>
                  <a:tcPr>
                    <a:solidFill>
                      <a:srgbClr val="EAF5F2"/>
                    </a:solidFill>
                  </a:tcPr>
                </a:tc>
                <a:tc>
                  <a:txBody>
                    <a:bodyPr/>
                    <a:lstStyle/>
                    <a:p>
                      <a:pPr algn="ctr"/>
                      <a:r>
                        <a:rPr sz="1500" b="0" dirty="0">
                          <a:solidFill>
                            <a:srgbClr val="203332"/>
                          </a:solidFill>
                          <a:latin typeface="Arial"/>
                          <a:ea typeface="Arial"/>
                          <a:cs typeface="Arial"/>
                        </a:rPr>
                        <a:t>FR</a:t>
                      </a:r>
                    </a:p>
                  </a:txBody>
                  <a:tcPr>
                    <a:solidFill>
                      <a:srgbClr val="EAF5F2"/>
                    </a:solidFill>
                  </a:tcPr>
                </a:tc>
                <a:tc>
                  <a:txBody>
                    <a:bodyPr/>
                    <a:lstStyle/>
                    <a:p>
                      <a:pPr algn="ctr"/>
                      <a:r>
                        <a:rPr sz="1500" b="0" dirty="0">
                          <a:solidFill>
                            <a:srgbClr val="203332"/>
                          </a:solidFill>
                          <a:latin typeface="Arial"/>
                          <a:ea typeface="Arial"/>
                          <a:cs typeface="Arial"/>
                        </a:rPr>
                        <a:t>Tax_1002.pdf</a:t>
                      </a:r>
                    </a:p>
                  </a:txBody>
                  <a:tcPr>
                    <a:solidFill>
                      <a:srgbClr val="EAF5F2"/>
                    </a:solidFill>
                  </a:tcPr>
                </a:tc>
                <a:tc>
                  <a:txBody>
                    <a:bodyPr/>
                    <a:lstStyle/>
                    <a:p>
                      <a:pPr algn="ctr"/>
                      <a:r>
                        <a:rPr sz="1500" b="0" dirty="0">
                          <a:solidFill>
                            <a:srgbClr val="203332"/>
                          </a:solidFill>
                          <a:latin typeface="Arial"/>
                          <a:ea typeface="Arial"/>
                          <a:cs typeface="Arial"/>
                        </a:rPr>
                        <a:t>Guide_FR.pdf; FAQ_FR.pdf</a:t>
                      </a:r>
                    </a:p>
                  </a:txBody>
                  <a:tcPr>
                    <a:solidFill>
                      <a:srgbClr val="EAF5F2"/>
                    </a:solidFill>
                  </a:tcPr>
                </a:tc>
                <a:extLst>
                  <a:ext uri="{0D108BD9-81ED-4DB2-BD59-A6C34878D82A}">
                    <a16:rowId xmlns:a16="http://schemas.microsoft.com/office/drawing/2014/main" val="10002"/>
                  </a:ext>
                </a:extLst>
              </a:tr>
              <a:tr h="552450">
                <a:tc>
                  <a:txBody>
                    <a:bodyPr/>
                    <a:lstStyle/>
                    <a:p>
                      <a:pPr algn="ctr"/>
                      <a:r>
                        <a:rPr sz="1500" b="0" dirty="0">
                          <a:solidFill>
                            <a:srgbClr val="203332"/>
                          </a:solidFill>
                          <a:latin typeface="Arial"/>
                          <a:ea typeface="Arial"/>
                          <a:cs typeface="Arial"/>
                          <a:hlinkClick r:id="rId5"/>
                        </a:rPr>
                        <a:t>lee@example.com</a:t>
                      </a:r>
                      <a:r>
                        <a:rPr lang="en-CA" sz="1500" b="0" dirty="0">
                          <a:solidFill>
                            <a:srgbClr val="203332"/>
                          </a:solidFill>
                          <a:latin typeface="Arial"/>
                          <a:ea typeface="Arial"/>
                          <a:cs typeface="Arial"/>
                        </a:rPr>
                        <a:t> </a:t>
                      </a:r>
                      <a:endParaRPr sz="1500" b="0" dirty="0">
                        <a:solidFill>
                          <a:srgbClr val="203332"/>
                        </a:solidFill>
                        <a:latin typeface="Arial"/>
                        <a:ea typeface="Arial"/>
                        <a:cs typeface="Arial"/>
                      </a:endParaRPr>
                    </a:p>
                  </a:txBody>
                  <a:tcPr>
                    <a:solidFill>
                      <a:srgbClr val="FFFFFF"/>
                    </a:solidFill>
                  </a:tcPr>
                </a:tc>
                <a:tc>
                  <a:txBody>
                    <a:bodyPr/>
                    <a:lstStyle/>
                    <a:p>
                      <a:pPr algn="ctr"/>
                      <a:r>
                        <a:rPr sz="1500" b="0" dirty="0">
                          <a:solidFill>
                            <a:srgbClr val="203332"/>
                          </a:solidFill>
                          <a:latin typeface="Arial"/>
                          <a:ea typeface="Arial"/>
                          <a:cs typeface="Arial"/>
                        </a:rPr>
                        <a:t>EN</a:t>
                      </a:r>
                    </a:p>
                  </a:txBody>
                  <a:tcPr>
                    <a:solidFill>
                      <a:srgbClr val="FFFFFF"/>
                    </a:solidFill>
                  </a:tcPr>
                </a:tc>
                <a:tc>
                  <a:txBody>
                    <a:bodyPr/>
                    <a:lstStyle/>
                    <a:p>
                      <a:pPr algn="ctr"/>
                      <a:r>
                        <a:rPr sz="1500" b="0" dirty="0">
                          <a:solidFill>
                            <a:srgbClr val="203332"/>
                          </a:solidFill>
                          <a:latin typeface="Arial"/>
                          <a:ea typeface="Arial"/>
                          <a:cs typeface="Arial"/>
                        </a:rPr>
                        <a:t>Tax_1003.pdf</a:t>
                      </a:r>
                    </a:p>
                  </a:txBody>
                  <a:tcPr>
                    <a:solidFill>
                      <a:srgbClr val="FFFFFF"/>
                    </a:solidFill>
                  </a:tcPr>
                </a:tc>
                <a:tc>
                  <a:txBody>
                    <a:bodyPr/>
                    <a:lstStyle/>
                    <a:p>
                      <a:pPr algn="ctr"/>
                      <a:r>
                        <a:rPr sz="1500" b="0" dirty="0">
                          <a:solidFill>
                            <a:srgbClr val="203332"/>
                          </a:solidFill>
                          <a:latin typeface="Arial"/>
                          <a:ea typeface="Arial"/>
                          <a:cs typeface="Arial"/>
                        </a:rPr>
                        <a:t>—</a:t>
                      </a:r>
                    </a:p>
                  </a:txBody>
                  <a:tcPr>
                    <a:solidFill>
                      <a:srgbClr val="FFFFFF"/>
                    </a:solidFill>
                  </a:tcPr>
                </a:tc>
                <a:extLst>
                  <a:ext uri="{0D108BD9-81ED-4DB2-BD59-A6C34878D82A}">
                    <a16:rowId xmlns:a16="http://schemas.microsoft.com/office/drawing/2014/main" val="10003"/>
                  </a:ext>
                </a:extLst>
              </a:tr>
            </a:tbl>
          </a:graphicData>
        </a:graphic>
      </p:graphicFrame>
      <p:pic>
        <p:nvPicPr>
          <p:cNvPr id="12" name="Picture 11">
            <a:extLst>
              <a:ext uri="{FF2B5EF4-FFF2-40B4-BE49-F238E27FC236}">
                <a16:creationId xmlns:a16="http://schemas.microsoft.com/office/drawing/2014/main" id="{1BA696BB-17BD-BC21-FB28-F7E5852AF09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676356" y="125463"/>
            <a:ext cx="2293700" cy="249193"/>
          </a:xfrm>
          <a:prstGeom prst="rect">
            <a:avLst/>
          </a:prstGeom>
        </p:spPr>
      </p:pic>
    </p:spTree>
    <p:extLst>
      <p:ext uri="{BB962C8B-B14F-4D97-AF65-F5344CB8AC3E}">
        <p14:creationId xmlns:p14="http://schemas.microsoft.com/office/powerpoint/2010/main" val="9496133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668FF881-A926-4208-AE6C-C10C4A8CA0DB}"/>
              </a:ext>
            </a:extLst>
          </p:cNvPr>
          <p:cNvSpPr>
            <a:spLocks noGrp="1"/>
          </p:cNvSpPr>
          <p:nvPr/>
        </p:nvSpPr>
        <p:spPr>
          <a:xfrm>
            <a:off x="609600" y="333375"/>
            <a:ext cx="10477500" cy="247650"/>
          </a:xfrm>
          <a:prstGeom prst="rect">
            <a:avLst/>
          </a:prstGeom>
          <a:noFill/>
          <a:ln w="0">
            <a:noFill/>
          </a:ln>
        </p:spPr>
        <p:txBody>
          <a:bodyPr anchor="t"/>
          <a:lstStyle/>
          <a:p>
            <a:pPr>
              <a:defRPr sz="1275" b="1">
                <a:solidFill>
                  <a:srgbClr val="007F78"/>
                </a:solidFill>
                <a:latin typeface="Arial"/>
                <a:ea typeface="Arial"/>
                <a:cs typeface="Arial"/>
              </a:defRPr>
            </a:pPr>
            <a:r>
              <a:rPr sz="1275" b="1" dirty="0">
                <a:solidFill>
                  <a:srgbClr val="007F78"/>
                </a:solidFill>
                <a:latin typeface="Arial"/>
                <a:ea typeface="Arial"/>
                <a:cs typeface="Arial"/>
              </a:rPr>
              <a:t>THE SOLUTION</a:t>
            </a:r>
          </a:p>
        </p:txBody>
      </p:sp>
      <p:sp>
        <p:nvSpPr>
          <p:cNvPr id="2" name="Rectangle 1">
            <a:extLst>
              <a:ext uri="{FF2B5EF4-FFF2-40B4-BE49-F238E27FC236}">
                <a16:creationId xmlns:a16="http://schemas.microsoft.com/office/drawing/2014/main" id="{F255B43B-8686-4116-A5BD-409DE95257FB}"/>
              </a:ext>
            </a:extLst>
          </p:cNvPr>
          <p:cNvSpPr>
            <a:spLocks noGrp="1"/>
          </p:cNvSpPr>
          <p:nvPr/>
        </p:nvSpPr>
        <p:spPr>
          <a:xfrm>
            <a:off x="609600" y="809625"/>
            <a:ext cx="10934700" cy="1104900"/>
          </a:xfrm>
          <a:prstGeom prst="rect">
            <a:avLst/>
          </a:prstGeom>
          <a:noFill/>
          <a:ln w="0">
            <a:noFill/>
          </a:ln>
        </p:spPr>
        <p:txBody>
          <a:bodyPr anchor="t"/>
          <a:lstStyle/>
          <a:p>
            <a:pPr>
              <a:defRPr sz="3600" b="1">
                <a:solidFill>
                  <a:srgbClr val="203332"/>
                </a:solidFill>
                <a:latin typeface="Arial"/>
                <a:ea typeface="Arial"/>
                <a:cs typeface="Arial"/>
              </a:defRPr>
            </a:pPr>
            <a:r>
              <a:rPr sz="3600" b="1" dirty="0">
                <a:solidFill>
                  <a:srgbClr val="203332"/>
                </a:solidFill>
                <a:latin typeface="Arial"/>
                <a:ea typeface="Arial"/>
                <a:cs typeface="Arial"/>
              </a:rPr>
              <a:t>Read. Match. Validate. Send.</a:t>
            </a:r>
          </a:p>
        </p:txBody>
      </p:sp>
      <p:sp>
        <p:nvSpPr>
          <p:cNvPr id="3" name="Rectangle 2">
            <a:extLst>
              <a:ext uri="{FF2B5EF4-FFF2-40B4-BE49-F238E27FC236}">
                <a16:creationId xmlns:a16="http://schemas.microsoft.com/office/drawing/2014/main" id="{37CA3DE0-9BC3-4F63-8490-02A17B43153F}"/>
              </a:ext>
            </a:extLst>
          </p:cNvPr>
          <p:cNvSpPr>
            <a:spLocks noGrp="1"/>
          </p:cNvSpPr>
          <p:nvPr/>
        </p:nvSpPr>
        <p:spPr>
          <a:xfrm>
            <a:off x="609600" y="6324600"/>
            <a:ext cx="10972800" cy="19050"/>
          </a:xfrm>
          <a:prstGeom prst="rect">
            <a:avLst/>
          </a:prstGeom>
          <a:solidFill>
            <a:srgbClr val="C6DEDA"/>
          </a:solidFill>
          <a:ln w="0">
            <a:noFill/>
          </a:ln>
        </p:spPr>
        <p:txBody>
          <a:bodyPr/>
          <a:lstStyle/>
          <a:p>
            <a:endParaRPr lang="en-CA" dirty="0"/>
          </a:p>
        </p:txBody>
      </p:sp>
      <p:sp>
        <p:nvSpPr>
          <p:cNvPr id="4" name="Rectangle 3">
            <a:extLst>
              <a:ext uri="{FF2B5EF4-FFF2-40B4-BE49-F238E27FC236}">
                <a16:creationId xmlns:a16="http://schemas.microsoft.com/office/drawing/2014/main" id="{9AE9F655-A682-4D75-8CF1-1D29D89E2F91}"/>
              </a:ext>
            </a:extLst>
          </p:cNvPr>
          <p:cNvSpPr>
            <a:spLocks noGrp="1"/>
          </p:cNvSpPr>
          <p:nvPr/>
        </p:nvSpPr>
        <p:spPr>
          <a:xfrm>
            <a:off x="609600" y="6448425"/>
            <a:ext cx="10382250" cy="171450"/>
          </a:xfrm>
          <a:prstGeom prst="rect">
            <a:avLst/>
          </a:prstGeom>
          <a:noFill/>
          <a:ln w="0">
            <a:noFill/>
          </a:ln>
        </p:spPr>
        <p:txBody>
          <a:bodyPr anchor="t"/>
          <a:lstStyle/>
          <a:p>
            <a:pPr>
              <a:defRPr sz="900" b="0">
                <a:solidFill>
                  <a:srgbClr val="526663"/>
                </a:solidFill>
                <a:latin typeface="Arial"/>
                <a:ea typeface="Arial"/>
                <a:cs typeface="Arial"/>
              </a:defRPr>
            </a:pPr>
            <a:r>
              <a:rPr sz="900" b="0" dirty="0">
                <a:solidFill>
                  <a:srgbClr val="526663"/>
                </a:solidFill>
                <a:latin typeface="Arial"/>
                <a:ea typeface="Arial"/>
                <a:cs typeface="Arial"/>
              </a:rPr>
              <a:t>POWERSHELL  /  PERSONALIZED EMPLOYEE EMAIL</a:t>
            </a:r>
            <a:r>
              <a:rPr lang="en-CA" sz="900" b="0" dirty="0">
                <a:solidFill>
                  <a:srgbClr val="526663"/>
                </a:solidFill>
                <a:latin typeface="Arial"/>
                <a:ea typeface="Arial"/>
                <a:cs typeface="Arial"/>
              </a:rPr>
              <a:t>S</a:t>
            </a:r>
            <a:endParaRPr sz="900" b="0" dirty="0">
              <a:solidFill>
                <a:srgbClr val="526663"/>
              </a:solidFill>
              <a:latin typeface="Arial"/>
              <a:ea typeface="Arial"/>
              <a:cs typeface="Arial"/>
            </a:endParaRPr>
          </a:p>
        </p:txBody>
      </p:sp>
      <p:sp>
        <p:nvSpPr>
          <p:cNvPr id="5" name="Rectangle 4">
            <a:extLst>
              <a:ext uri="{FF2B5EF4-FFF2-40B4-BE49-F238E27FC236}">
                <a16:creationId xmlns:a16="http://schemas.microsoft.com/office/drawing/2014/main" id="{8FAC955B-6760-4EB3-9299-99B4FE8ADF48}"/>
              </a:ext>
            </a:extLst>
          </p:cNvPr>
          <p:cNvSpPr>
            <a:spLocks noGrp="1"/>
          </p:cNvSpPr>
          <p:nvPr/>
        </p:nvSpPr>
        <p:spPr>
          <a:xfrm>
            <a:off x="11125200" y="6419850"/>
            <a:ext cx="476250" cy="228600"/>
          </a:xfrm>
          <a:prstGeom prst="rect">
            <a:avLst/>
          </a:prstGeom>
          <a:noFill/>
          <a:ln w="0">
            <a:noFill/>
          </a:ln>
        </p:spPr>
        <p:txBody>
          <a:bodyPr anchor="t"/>
          <a:lstStyle/>
          <a:p>
            <a:pPr>
              <a:defRPr sz="1050" b="1">
                <a:solidFill>
                  <a:srgbClr val="007F78"/>
                </a:solidFill>
                <a:latin typeface="Arial"/>
                <a:ea typeface="Arial"/>
                <a:cs typeface="Arial"/>
              </a:defRPr>
            </a:pPr>
            <a:r>
              <a:rPr sz="1050" b="1" dirty="0">
                <a:solidFill>
                  <a:srgbClr val="007F78"/>
                </a:solidFill>
                <a:latin typeface="Arial"/>
                <a:ea typeface="Arial"/>
                <a:cs typeface="Arial"/>
              </a:rPr>
              <a:t>05</a:t>
            </a:r>
          </a:p>
        </p:txBody>
      </p:sp>
      <p:sp>
        <p:nvSpPr>
          <p:cNvPr id="6" name="Rectangle 5">
            <a:extLst>
              <a:ext uri="{FF2B5EF4-FFF2-40B4-BE49-F238E27FC236}">
                <a16:creationId xmlns:a16="http://schemas.microsoft.com/office/drawing/2014/main" id="{01098109-9DB7-45E6-AE60-B028BE862FE1}"/>
              </a:ext>
            </a:extLst>
          </p:cNvPr>
          <p:cNvSpPr>
            <a:spLocks noGrp="1"/>
          </p:cNvSpPr>
          <p:nvPr/>
        </p:nvSpPr>
        <p:spPr>
          <a:xfrm>
            <a:off x="609600" y="2314575"/>
            <a:ext cx="2476500" cy="809625"/>
          </a:xfrm>
          <a:prstGeom prst="rect">
            <a:avLst/>
          </a:prstGeom>
          <a:noFill/>
          <a:ln w="0">
            <a:noFill/>
          </a:ln>
        </p:spPr>
        <p:txBody>
          <a:bodyPr anchor="t"/>
          <a:lstStyle/>
          <a:p>
            <a:pPr>
              <a:defRPr sz="5250" b="1">
                <a:solidFill>
                  <a:srgbClr val="007F78"/>
                </a:solidFill>
                <a:latin typeface="Arial"/>
                <a:ea typeface="Arial"/>
                <a:cs typeface="Arial"/>
              </a:defRPr>
            </a:pPr>
            <a:r>
              <a:rPr sz="5250" b="1" dirty="0">
                <a:solidFill>
                  <a:srgbClr val="007F78"/>
                </a:solidFill>
                <a:latin typeface="Arial"/>
                <a:ea typeface="Arial"/>
                <a:cs typeface="Arial"/>
              </a:rPr>
              <a:t>1</a:t>
            </a:r>
          </a:p>
        </p:txBody>
      </p:sp>
      <p:sp>
        <p:nvSpPr>
          <p:cNvPr id="7" name="Rectangle 6">
            <a:extLst>
              <a:ext uri="{FF2B5EF4-FFF2-40B4-BE49-F238E27FC236}">
                <a16:creationId xmlns:a16="http://schemas.microsoft.com/office/drawing/2014/main" id="{6C072027-873D-4B39-A88D-6C79228124F3}"/>
              </a:ext>
            </a:extLst>
          </p:cNvPr>
          <p:cNvSpPr>
            <a:spLocks noGrp="1"/>
          </p:cNvSpPr>
          <p:nvPr/>
        </p:nvSpPr>
        <p:spPr>
          <a:xfrm>
            <a:off x="609600" y="3305175"/>
            <a:ext cx="2476500" cy="19050"/>
          </a:xfrm>
          <a:prstGeom prst="rect">
            <a:avLst/>
          </a:prstGeom>
          <a:solidFill>
            <a:srgbClr val="C6DEDA"/>
          </a:solidFill>
          <a:ln w="0">
            <a:noFill/>
          </a:ln>
        </p:spPr>
        <p:txBody>
          <a:bodyPr/>
          <a:lstStyle/>
          <a:p>
            <a:endParaRPr lang="en-CA" dirty="0"/>
          </a:p>
        </p:txBody>
      </p:sp>
      <p:sp>
        <p:nvSpPr>
          <p:cNvPr id="8" name="Rectangle 7">
            <a:extLst>
              <a:ext uri="{FF2B5EF4-FFF2-40B4-BE49-F238E27FC236}">
                <a16:creationId xmlns:a16="http://schemas.microsoft.com/office/drawing/2014/main" id="{61947D20-538E-4D66-B716-B9E8C64823E5}"/>
              </a:ext>
            </a:extLst>
          </p:cNvPr>
          <p:cNvSpPr>
            <a:spLocks noGrp="1"/>
          </p:cNvSpPr>
          <p:nvPr/>
        </p:nvSpPr>
        <p:spPr>
          <a:xfrm>
            <a:off x="609600" y="3562350"/>
            <a:ext cx="2571750" cy="419100"/>
          </a:xfrm>
          <a:prstGeom prst="rect">
            <a:avLst/>
          </a:prstGeom>
          <a:noFill/>
          <a:ln w="0">
            <a:noFill/>
          </a:ln>
        </p:spPr>
        <p:txBody>
          <a:bodyPr anchor="t"/>
          <a:lstStyle/>
          <a:p>
            <a:pPr>
              <a:defRPr sz="2100" b="1">
                <a:solidFill>
                  <a:srgbClr val="203332"/>
                </a:solidFill>
                <a:latin typeface="Arial"/>
                <a:ea typeface="Arial"/>
                <a:cs typeface="Arial"/>
              </a:defRPr>
            </a:pPr>
            <a:r>
              <a:rPr sz="2100" b="1" dirty="0">
                <a:solidFill>
                  <a:srgbClr val="203332"/>
                </a:solidFill>
                <a:latin typeface="Arial"/>
                <a:ea typeface="Arial"/>
                <a:cs typeface="Arial"/>
              </a:rPr>
              <a:t>Read the list</a:t>
            </a:r>
          </a:p>
        </p:txBody>
      </p:sp>
      <p:sp>
        <p:nvSpPr>
          <p:cNvPr id="9" name="Rectangle 8">
            <a:extLst>
              <a:ext uri="{FF2B5EF4-FFF2-40B4-BE49-F238E27FC236}">
                <a16:creationId xmlns:a16="http://schemas.microsoft.com/office/drawing/2014/main" id="{764AF406-2F37-470F-8243-34F8DB39EA07}"/>
              </a:ext>
            </a:extLst>
          </p:cNvPr>
          <p:cNvSpPr>
            <a:spLocks noGrp="1"/>
          </p:cNvSpPr>
          <p:nvPr/>
        </p:nvSpPr>
        <p:spPr>
          <a:xfrm>
            <a:off x="609600" y="4200525"/>
            <a:ext cx="2533650" cy="904875"/>
          </a:xfrm>
          <a:prstGeom prst="rect">
            <a:avLst/>
          </a:prstGeom>
          <a:noFill/>
          <a:ln w="0">
            <a:noFill/>
          </a:ln>
        </p:spPr>
        <p:txBody>
          <a:bodyPr anchor="t"/>
          <a:lstStyle/>
          <a:p>
            <a:pPr>
              <a:defRPr sz="1800" b="0">
                <a:solidFill>
                  <a:srgbClr val="526663"/>
                </a:solidFill>
                <a:latin typeface="Arial"/>
                <a:ea typeface="Arial"/>
                <a:cs typeface="Arial"/>
              </a:defRPr>
            </a:pPr>
            <a:r>
              <a:rPr sz="1800" b="0" dirty="0">
                <a:solidFill>
                  <a:srgbClr val="526663"/>
                </a:solidFill>
                <a:latin typeface="Arial"/>
                <a:ea typeface="Arial"/>
                <a:cs typeface="Arial"/>
              </a:rPr>
              <a:t>Load one employee</a:t>
            </a:r>
          </a:p>
          <a:p>
            <a:pPr>
              <a:defRPr sz="1800" b="0">
                <a:solidFill>
                  <a:srgbClr val="526663"/>
                </a:solidFill>
                <a:latin typeface="Arial"/>
                <a:ea typeface="Arial"/>
                <a:cs typeface="Arial"/>
              </a:defRPr>
            </a:pPr>
            <a:r>
              <a:rPr sz="1800" b="0" dirty="0">
                <a:solidFill>
                  <a:srgbClr val="526663"/>
                </a:solidFill>
                <a:latin typeface="Arial"/>
                <a:ea typeface="Arial"/>
                <a:cs typeface="Arial"/>
              </a:rPr>
              <a:t>record at a time.</a:t>
            </a:r>
          </a:p>
        </p:txBody>
      </p:sp>
      <p:sp>
        <p:nvSpPr>
          <p:cNvPr id="10" name="Rectangle 9">
            <a:extLst>
              <a:ext uri="{FF2B5EF4-FFF2-40B4-BE49-F238E27FC236}">
                <a16:creationId xmlns:a16="http://schemas.microsoft.com/office/drawing/2014/main" id="{9C86FDB3-D0EE-413D-8F9A-575786FC8A71}"/>
              </a:ext>
            </a:extLst>
          </p:cNvPr>
          <p:cNvSpPr>
            <a:spLocks noGrp="1"/>
          </p:cNvSpPr>
          <p:nvPr/>
        </p:nvSpPr>
        <p:spPr>
          <a:xfrm>
            <a:off x="3409950" y="2314575"/>
            <a:ext cx="2476500" cy="809625"/>
          </a:xfrm>
          <a:prstGeom prst="rect">
            <a:avLst/>
          </a:prstGeom>
          <a:noFill/>
          <a:ln w="0">
            <a:noFill/>
          </a:ln>
        </p:spPr>
        <p:txBody>
          <a:bodyPr anchor="t"/>
          <a:lstStyle/>
          <a:p>
            <a:pPr>
              <a:defRPr sz="5250" b="1">
                <a:solidFill>
                  <a:srgbClr val="007F78"/>
                </a:solidFill>
                <a:latin typeface="Arial"/>
                <a:ea typeface="Arial"/>
                <a:cs typeface="Arial"/>
              </a:defRPr>
            </a:pPr>
            <a:r>
              <a:rPr sz="5250" b="1" dirty="0">
                <a:solidFill>
                  <a:srgbClr val="007F78"/>
                </a:solidFill>
                <a:latin typeface="Arial"/>
                <a:ea typeface="Arial"/>
                <a:cs typeface="Arial"/>
              </a:rPr>
              <a:t>2</a:t>
            </a:r>
          </a:p>
        </p:txBody>
      </p:sp>
      <p:sp>
        <p:nvSpPr>
          <p:cNvPr id="11" name="Rectangle 10">
            <a:extLst>
              <a:ext uri="{FF2B5EF4-FFF2-40B4-BE49-F238E27FC236}">
                <a16:creationId xmlns:a16="http://schemas.microsoft.com/office/drawing/2014/main" id="{AA0A88A6-3E5E-475A-A788-D69819E3D143}"/>
              </a:ext>
            </a:extLst>
          </p:cNvPr>
          <p:cNvSpPr>
            <a:spLocks noGrp="1"/>
          </p:cNvSpPr>
          <p:nvPr/>
        </p:nvSpPr>
        <p:spPr>
          <a:xfrm>
            <a:off x="3409950" y="3305175"/>
            <a:ext cx="2476500" cy="19050"/>
          </a:xfrm>
          <a:prstGeom prst="rect">
            <a:avLst/>
          </a:prstGeom>
          <a:solidFill>
            <a:srgbClr val="C6DEDA"/>
          </a:solidFill>
          <a:ln w="0">
            <a:noFill/>
          </a:ln>
        </p:spPr>
        <p:txBody>
          <a:bodyPr/>
          <a:lstStyle/>
          <a:p>
            <a:endParaRPr lang="en-CA" dirty="0"/>
          </a:p>
        </p:txBody>
      </p:sp>
      <p:sp>
        <p:nvSpPr>
          <p:cNvPr id="12" name="Rectangle 11">
            <a:extLst>
              <a:ext uri="{FF2B5EF4-FFF2-40B4-BE49-F238E27FC236}">
                <a16:creationId xmlns:a16="http://schemas.microsoft.com/office/drawing/2014/main" id="{34857D29-2B15-4CBF-8828-52D250AD51FC}"/>
              </a:ext>
            </a:extLst>
          </p:cNvPr>
          <p:cNvSpPr>
            <a:spLocks noGrp="1"/>
          </p:cNvSpPr>
          <p:nvPr/>
        </p:nvSpPr>
        <p:spPr>
          <a:xfrm>
            <a:off x="3409950" y="3562350"/>
            <a:ext cx="2571750" cy="419100"/>
          </a:xfrm>
          <a:prstGeom prst="rect">
            <a:avLst/>
          </a:prstGeom>
          <a:noFill/>
          <a:ln w="0">
            <a:noFill/>
          </a:ln>
        </p:spPr>
        <p:txBody>
          <a:bodyPr anchor="t"/>
          <a:lstStyle/>
          <a:p>
            <a:pPr>
              <a:defRPr sz="2100" b="1">
                <a:solidFill>
                  <a:srgbClr val="203332"/>
                </a:solidFill>
                <a:latin typeface="Arial"/>
                <a:ea typeface="Arial"/>
                <a:cs typeface="Arial"/>
              </a:defRPr>
            </a:pPr>
            <a:r>
              <a:rPr sz="2100" b="1" dirty="0">
                <a:solidFill>
                  <a:srgbClr val="203332"/>
                </a:solidFill>
                <a:latin typeface="Arial"/>
                <a:ea typeface="Arial"/>
                <a:cs typeface="Arial"/>
              </a:rPr>
              <a:t>Build the email</a:t>
            </a:r>
          </a:p>
        </p:txBody>
      </p:sp>
      <p:sp>
        <p:nvSpPr>
          <p:cNvPr id="13" name="Rectangle 12">
            <a:extLst>
              <a:ext uri="{FF2B5EF4-FFF2-40B4-BE49-F238E27FC236}">
                <a16:creationId xmlns:a16="http://schemas.microsoft.com/office/drawing/2014/main" id="{7B31629E-5AF8-4E99-8305-6FBC85A2BF3B}"/>
              </a:ext>
            </a:extLst>
          </p:cNvPr>
          <p:cNvSpPr>
            <a:spLocks noGrp="1"/>
          </p:cNvSpPr>
          <p:nvPr/>
        </p:nvSpPr>
        <p:spPr>
          <a:xfrm>
            <a:off x="3409950" y="4200525"/>
            <a:ext cx="2533650" cy="904875"/>
          </a:xfrm>
          <a:prstGeom prst="rect">
            <a:avLst/>
          </a:prstGeom>
          <a:noFill/>
          <a:ln w="0">
            <a:noFill/>
          </a:ln>
        </p:spPr>
        <p:txBody>
          <a:bodyPr anchor="t"/>
          <a:lstStyle/>
          <a:p>
            <a:pPr>
              <a:defRPr sz="1800" b="0">
                <a:solidFill>
                  <a:srgbClr val="526663"/>
                </a:solidFill>
                <a:latin typeface="Arial"/>
                <a:ea typeface="Arial"/>
                <a:cs typeface="Arial"/>
              </a:defRPr>
            </a:pPr>
            <a:r>
              <a:rPr sz="1800" b="0" dirty="0">
                <a:solidFill>
                  <a:srgbClr val="526663"/>
                </a:solidFill>
                <a:latin typeface="Arial"/>
                <a:ea typeface="Arial"/>
                <a:cs typeface="Arial"/>
              </a:rPr>
              <a:t>Select the </a:t>
            </a:r>
            <a:r>
              <a:rPr lang="en-CA" sz="1800" b="0" dirty="0">
                <a:solidFill>
                  <a:srgbClr val="526663"/>
                </a:solidFill>
                <a:latin typeface="Arial"/>
                <a:ea typeface="Arial"/>
                <a:cs typeface="Arial"/>
              </a:rPr>
              <a:t>right email template (in HTML)</a:t>
            </a:r>
            <a:r>
              <a:rPr sz="1800" b="0" dirty="0">
                <a:solidFill>
                  <a:srgbClr val="526663"/>
                </a:solidFill>
                <a:latin typeface="Arial"/>
                <a:ea typeface="Arial"/>
                <a:cs typeface="Arial"/>
              </a:rPr>
              <a:t>.</a:t>
            </a:r>
          </a:p>
        </p:txBody>
      </p:sp>
      <p:sp>
        <p:nvSpPr>
          <p:cNvPr id="14" name="Rectangle 13">
            <a:extLst>
              <a:ext uri="{FF2B5EF4-FFF2-40B4-BE49-F238E27FC236}">
                <a16:creationId xmlns:a16="http://schemas.microsoft.com/office/drawing/2014/main" id="{02EFC6C4-4252-4AF5-AE04-26286DDE952B}"/>
              </a:ext>
            </a:extLst>
          </p:cNvPr>
          <p:cNvSpPr>
            <a:spLocks noGrp="1"/>
          </p:cNvSpPr>
          <p:nvPr/>
        </p:nvSpPr>
        <p:spPr>
          <a:xfrm>
            <a:off x="6210300" y="2314575"/>
            <a:ext cx="2476500" cy="809625"/>
          </a:xfrm>
          <a:prstGeom prst="rect">
            <a:avLst/>
          </a:prstGeom>
          <a:noFill/>
          <a:ln w="0">
            <a:noFill/>
          </a:ln>
        </p:spPr>
        <p:txBody>
          <a:bodyPr anchor="t"/>
          <a:lstStyle/>
          <a:p>
            <a:pPr>
              <a:defRPr sz="5250" b="1">
                <a:solidFill>
                  <a:srgbClr val="007F78"/>
                </a:solidFill>
                <a:latin typeface="Arial"/>
                <a:ea typeface="Arial"/>
                <a:cs typeface="Arial"/>
              </a:defRPr>
            </a:pPr>
            <a:r>
              <a:rPr sz="5250" b="1" dirty="0">
                <a:solidFill>
                  <a:srgbClr val="007F78"/>
                </a:solidFill>
                <a:latin typeface="Arial"/>
                <a:ea typeface="Arial"/>
                <a:cs typeface="Arial"/>
              </a:rPr>
              <a:t>3</a:t>
            </a:r>
          </a:p>
        </p:txBody>
      </p:sp>
      <p:sp>
        <p:nvSpPr>
          <p:cNvPr id="15" name="Rectangle 14">
            <a:extLst>
              <a:ext uri="{FF2B5EF4-FFF2-40B4-BE49-F238E27FC236}">
                <a16:creationId xmlns:a16="http://schemas.microsoft.com/office/drawing/2014/main" id="{89BCB79F-84A9-4771-9E47-BE5B429924B2}"/>
              </a:ext>
            </a:extLst>
          </p:cNvPr>
          <p:cNvSpPr>
            <a:spLocks noGrp="1"/>
          </p:cNvSpPr>
          <p:nvPr/>
        </p:nvSpPr>
        <p:spPr>
          <a:xfrm>
            <a:off x="6210300" y="3305175"/>
            <a:ext cx="2476500" cy="19050"/>
          </a:xfrm>
          <a:prstGeom prst="rect">
            <a:avLst/>
          </a:prstGeom>
          <a:solidFill>
            <a:srgbClr val="C6DEDA"/>
          </a:solidFill>
          <a:ln w="0">
            <a:noFill/>
          </a:ln>
        </p:spPr>
        <p:txBody>
          <a:bodyPr/>
          <a:lstStyle/>
          <a:p>
            <a:endParaRPr lang="en-CA" dirty="0"/>
          </a:p>
        </p:txBody>
      </p:sp>
      <p:sp>
        <p:nvSpPr>
          <p:cNvPr id="16" name="Rectangle 15">
            <a:extLst>
              <a:ext uri="{FF2B5EF4-FFF2-40B4-BE49-F238E27FC236}">
                <a16:creationId xmlns:a16="http://schemas.microsoft.com/office/drawing/2014/main" id="{F64C2AF5-A154-4007-B44C-D9986CC22B33}"/>
              </a:ext>
            </a:extLst>
          </p:cNvPr>
          <p:cNvSpPr>
            <a:spLocks noGrp="1"/>
          </p:cNvSpPr>
          <p:nvPr/>
        </p:nvSpPr>
        <p:spPr>
          <a:xfrm>
            <a:off x="6210300" y="3562350"/>
            <a:ext cx="2571750" cy="419100"/>
          </a:xfrm>
          <a:prstGeom prst="rect">
            <a:avLst/>
          </a:prstGeom>
          <a:noFill/>
          <a:ln w="0">
            <a:noFill/>
          </a:ln>
        </p:spPr>
        <p:txBody>
          <a:bodyPr anchor="t"/>
          <a:lstStyle/>
          <a:p>
            <a:pPr>
              <a:defRPr sz="2100" b="1">
                <a:solidFill>
                  <a:srgbClr val="203332"/>
                </a:solidFill>
                <a:latin typeface="Arial"/>
                <a:ea typeface="Arial"/>
                <a:cs typeface="Arial"/>
              </a:defRPr>
            </a:pPr>
            <a:r>
              <a:rPr lang="en-CA" sz="2100" b="1" dirty="0">
                <a:solidFill>
                  <a:srgbClr val="203332"/>
                </a:solidFill>
                <a:latin typeface="Arial"/>
                <a:ea typeface="Arial"/>
                <a:cs typeface="Arial"/>
              </a:rPr>
              <a:t>Attach</a:t>
            </a:r>
            <a:r>
              <a:rPr sz="2100" b="1" dirty="0">
                <a:solidFill>
                  <a:srgbClr val="203332"/>
                </a:solidFill>
                <a:latin typeface="Arial"/>
                <a:ea typeface="Arial"/>
                <a:cs typeface="Arial"/>
              </a:rPr>
              <a:t> files</a:t>
            </a:r>
          </a:p>
        </p:txBody>
      </p:sp>
      <p:sp>
        <p:nvSpPr>
          <p:cNvPr id="17" name="Rectangle 16">
            <a:extLst>
              <a:ext uri="{FF2B5EF4-FFF2-40B4-BE49-F238E27FC236}">
                <a16:creationId xmlns:a16="http://schemas.microsoft.com/office/drawing/2014/main" id="{348F605A-E9F9-4579-8CB4-C06F471B89F2}"/>
              </a:ext>
            </a:extLst>
          </p:cNvPr>
          <p:cNvSpPr>
            <a:spLocks noGrp="1"/>
          </p:cNvSpPr>
          <p:nvPr/>
        </p:nvSpPr>
        <p:spPr>
          <a:xfrm>
            <a:off x="6210300" y="4200525"/>
            <a:ext cx="2533650" cy="904875"/>
          </a:xfrm>
          <a:prstGeom prst="rect">
            <a:avLst/>
          </a:prstGeom>
          <a:noFill/>
          <a:ln w="0">
            <a:noFill/>
          </a:ln>
        </p:spPr>
        <p:txBody>
          <a:bodyPr anchor="t"/>
          <a:lstStyle/>
          <a:p>
            <a:pPr>
              <a:defRPr sz="1800" b="0">
                <a:solidFill>
                  <a:srgbClr val="526663"/>
                </a:solidFill>
                <a:latin typeface="Arial"/>
                <a:ea typeface="Arial"/>
                <a:cs typeface="Arial"/>
              </a:defRPr>
            </a:pPr>
            <a:r>
              <a:rPr lang="en-CA" dirty="0">
                <a:solidFill>
                  <a:srgbClr val="526663"/>
                </a:solidFill>
                <a:latin typeface="Arial"/>
                <a:ea typeface="Arial"/>
                <a:cs typeface="Arial"/>
              </a:rPr>
              <a:t>Attach the required files to each email.</a:t>
            </a:r>
            <a:endParaRPr sz="1800" b="0" dirty="0">
              <a:solidFill>
                <a:srgbClr val="526663"/>
              </a:solidFill>
              <a:latin typeface="Arial"/>
              <a:ea typeface="Arial"/>
              <a:cs typeface="Arial"/>
            </a:endParaRPr>
          </a:p>
        </p:txBody>
      </p:sp>
      <p:sp>
        <p:nvSpPr>
          <p:cNvPr id="18" name="Rectangle 17">
            <a:extLst>
              <a:ext uri="{FF2B5EF4-FFF2-40B4-BE49-F238E27FC236}">
                <a16:creationId xmlns:a16="http://schemas.microsoft.com/office/drawing/2014/main" id="{3EA9F332-4C46-421A-BE1C-461DD9702E86}"/>
              </a:ext>
            </a:extLst>
          </p:cNvPr>
          <p:cNvSpPr>
            <a:spLocks noGrp="1"/>
          </p:cNvSpPr>
          <p:nvPr/>
        </p:nvSpPr>
        <p:spPr>
          <a:xfrm>
            <a:off x="9010650" y="2314575"/>
            <a:ext cx="2476500" cy="809625"/>
          </a:xfrm>
          <a:prstGeom prst="rect">
            <a:avLst/>
          </a:prstGeom>
          <a:noFill/>
          <a:ln w="0">
            <a:noFill/>
          </a:ln>
        </p:spPr>
        <p:txBody>
          <a:bodyPr anchor="t"/>
          <a:lstStyle/>
          <a:p>
            <a:pPr>
              <a:defRPr sz="5250" b="1">
                <a:solidFill>
                  <a:srgbClr val="007F78"/>
                </a:solidFill>
                <a:latin typeface="Arial"/>
                <a:ea typeface="Arial"/>
                <a:cs typeface="Arial"/>
              </a:defRPr>
            </a:pPr>
            <a:r>
              <a:rPr sz="5250" b="1" dirty="0">
                <a:solidFill>
                  <a:srgbClr val="007F78"/>
                </a:solidFill>
                <a:latin typeface="Arial"/>
                <a:ea typeface="Arial"/>
                <a:cs typeface="Arial"/>
              </a:rPr>
              <a:t>4</a:t>
            </a:r>
          </a:p>
        </p:txBody>
      </p:sp>
      <p:sp>
        <p:nvSpPr>
          <p:cNvPr id="19" name="Rectangle 18">
            <a:extLst>
              <a:ext uri="{FF2B5EF4-FFF2-40B4-BE49-F238E27FC236}">
                <a16:creationId xmlns:a16="http://schemas.microsoft.com/office/drawing/2014/main" id="{CE6F563C-4E32-4C6C-8B5D-7D11AFFA73A8}"/>
              </a:ext>
            </a:extLst>
          </p:cNvPr>
          <p:cNvSpPr>
            <a:spLocks noGrp="1"/>
          </p:cNvSpPr>
          <p:nvPr/>
        </p:nvSpPr>
        <p:spPr>
          <a:xfrm>
            <a:off x="9010650" y="3305175"/>
            <a:ext cx="2476500" cy="19050"/>
          </a:xfrm>
          <a:prstGeom prst="rect">
            <a:avLst/>
          </a:prstGeom>
          <a:solidFill>
            <a:srgbClr val="C6DEDA"/>
          </a:solidFill>
          <a:ln w="0">
            <a:noFill/>
          </a:ln>
        </p:spPr>
        <p:txBody>
          <a:bodyPr/>
          <a:lstStyle/>
          <a:p>
            <a:endParaRPr lang="en-CA" dirty="0"/>
          </a:p>
        </p:txBody>
      </p:sp>
      <p:sp>
        <p:nvSpPr>
          <p:cNvPr id="20" name="Rectangle 19">
            <a:extLst>
              <a:ext uri="{FF2B5EF4-FFF2-40B4-BE49-F238E27FC236}">
                <a16:creationId xmlns:a16="http://schemas.microsoft.com/office/drawing/2014/main" id="{C39D5B82-46B0-4BD9-8216-3EF596E2C0CF}"/>
              </a:ext>
            </a:extLst>
          </p:cNvPr>
          <p:cNvSpPr>
            <a:spLocks noGrp="1"/>
          </p:cNvSpPr>
          <p:nvPr/>
        </p:nvSpPr>
        <p:spPr>
          <a:xfrm>
            <a:off x="9010650" y="3562350"/>
            <a:ext cx="2571750" cy="419100"/>
          </a:xfrm>
          <a:prstGeom prst="rect">
            <a:avLst/>
          </a:prstGeom>
          <a:noFill/>
          <a:ln w="0">
            <a:noFill/>
          </a:ln>
        </p:spPr>
        <p:txBody>
          <a:bodyPr anchor="t"/>
          <a:lstStyle/>
          <a:p>
            <a:pPr>
              <a:defRPr sz="2100" b="1">
                <a:solidFill>
                  <a:srgbClr val="203332"/>
                </a:solidFill>
                <a:latin typeface="Arial"/>
                <a:ea typeface="Arial"/>
                <a:cs typeface="Arial"/>
              </a:defRPr>
            </a:pPr>
            <a:r>
              <a:rPr sz="2100" b="1" dirty="0">
                <a:solidFill>
                  <a:srgbClr val="203332"/>
                </a:solidFill>
                <a:latin typeface="Arial"/>
                <a:ea typeface="Arial"/>
                <a:cs typeface="Arial"/>
              </a:rPr>
              <a:t>Send and log</a:t>
            </a:r>
          </a:p>
        </p:txBody>
      </p:sp>
      <p:sp>
        <p:nvSpPr>
          <p:cNvPr id="21" name="Rectangle 20">
            <a:extLst>
              <a:ext uri="{FF2B5EF4-FFF2-40B4-BE49-F238E27FC236}">
                <a16:creationId xmlns:a16="http://schemas.microsoft.com/office/drawing/2014/main" id="{20D6AF3A-409B-4DE0-A58C-92752568B552}"/>
              </a:ext>
            </a:extLst>
          </p:cNvPr>
          <p:cNvSpPr>
            <a:spLocks noGrp="1"/>
          </p:cNvSpPr>
          <p:nvPr/>
        </p:nvSpPr>
        <p:spPr>
          <a:xfrm>
            <a:off x="9010650" y="4200525"/>
            <a:ext cx="2533650" cy="904875"/>
          </a:xfrm>
          <a:prstGeom prst="rect">
            <a:avLst/>
          </a:prstGeom>
          <a:noFill/>
          <a:ln w="0">
            <a:noFill/>
          </a:ln>
        </p:spPr>
        <p:txBody>
          <a:bodyPr anchor="t"/>
          <a:lstStyle/>
          <a:p>
            <a:pPr>
              <a:defRPr sz="1800" b="0">
                <a:solidFill>
                  <a:srgbClr val="526663"/>
                </a:solidFill>
                <a:latin typeface="Arial"/>
                <a:ea typeface="Arial"/>
                <a:cs typeface="Arial"/>
              </a:defRPr>
            </a:pPr>
            <a:r>
              <a:rPr sz="1800" b="0" dirty="0">
                <a:solidFill>
                  <a:srgbClr val="526663"/>
                </a:solidFill>
                <a:latin typeface="Arial"/>
                <a:ea typeface="Arial"/>
                <a:cs typeface="Arial"/>
              </a:rPr>
              <a:t>Use Microsoft Graph;</a:t>
            </a:r>
          </a:p>
          <a:p>
            <a:pPr>
              <a:defRPr sz="1800" b="0">
                <a:solidFill>
                  <a:srgbClr val="526663"/>
                </a:solidFill>
                <a:latin typeface="Arial"/>
                <a:ea typeface="Arial"/>
                <a:cs typeface="Arial"/>
              </a:defRPr>
            </a:pPr>
            <a:r>
              <a:rPr sz="1800" b="0" dirty="0">
                <a:solidFill>
                  <a:srgbClr val="526663"/>
                </a:solidFill>
                <a:latin typeface="Arial"/>
                <a:ea typeface="Arial"/>
                <a:cs typeface="Arial"/>
              </a:rPr>
              <a:t>record send status.</a:t>
            </a:r>
          </a:p>
        </p:txBody>
      </p:sp>
      <p:pic>
        <p:nvPicPr>
          <p:cNvPr id="25" name="Picture 24">
            <a:extLst>
              <a:ext uri="{FF2B5EF4-FFF2-40B4-BE49-F238E27FC236}">
                <a16:creationId xmlns:a16="http://schemas.microsoft.com/office/drawing/2014/main" id="{35E66298-9A6B-8E89-3506-B6BD6C9776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76356" y="125463"/>
            <a:ext cx="2293700" cy="249193"/>
          </a:xfrm>
          <a:prstGeom prst="rect">
            <a:avLst/>
          </a:prstGeom>
        </p:spPr>
      </p:pic>
    </p:spTree>
    <p:extLst>
      <p:ext uri="{BB962C8B-B14F-4D97-AF65-F5344CB8AC3E}">
        <p14:creationId xmlns:p14="http://schemas.microsoft.com/office/powerpoint/2010/main" val="13624368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88C59EA-B901-4613-80F5-714238BDD91E}"/>
              </a:ext>
            </a:extLst>
          </p:cNvPr>
          <p:cNvSpPr>
            <a:spLocks noGrp="1"/>
          </p:cNvSpPr>
          <p:nvPr/>
        </p:nvSpPr>
        <p:spPr>
          <a:xfrm>
            <a:off x="609600" y="333375"/>
            <a:ext cx="10477500" cy="247650"/>
          </a:xfrm>
          <a:prstGeom prst="rect">
            <a:avLst/>
          </a:prstGeom>
          <a:noFill/>
          <a:ln w="0">
            <a:noFill/>
          </a:ln>
        </p:spPr>
        <p:txBody>
          <a:bodyPr anchor="t"/>
          <a:lstStyle/>
          <a:p>
            <a:pPr>
              <a:defRPr sz="1275" b="1">
                <a:solidFill>
                  <a:srgbClr val="007F78"/>
                </a:solidFill>
                <a:latin typeface="Arial"/>
                <a:ea typeface="Arial"/>
                <a:cs typeface="Arial"/>
              </a:defRPr>
            </a:pPr>
            <a:r>
              <a:rPr sz="1275" b="1" dirty="0">
                <a:solidFill>
                  <a:srgbClr val="007F78"/>
                </a:solidFill>
                <a:latin typeface="Arial"/>
                <a:ea typeface="Arial"/>
                <a:cs typeface="Arial"/>
              </a:rPr>
              <a:t>WHY POWERSHELL</a:t>
            </a:r>
          </a:p>
        </p:txBody>
      </p:sp>
      <p:sp>
        <p:nvSpPr>
          <p:cNvPr id="2" name="Rectangle 1">
            <a:extLst>
              <a:ext uri="{FF2B5EF4-FFF2-40B4-BE49-F238E27FC236}">
                <a16:creationId xmlns:a16="http://schemas.microsoft.com/office/drawing/2014/main" id="{A5A1728E-EBE4-4CBB-89B1-CB0938BD18BC}"/>
              </a:ext>
            </a:extLst>
          </p:cNvPr>
          <p:cNvSpPr>
            <a:spLocks noGrp="1"/>
          </p:cNvSpPr>
          <p:nvPr/>
        </p:nvSpPr>
        <p:spPr>
          <a:xfrm>
            <a:off x="609600" y="809625"/>
            <a:ext cx="10934700" cy="1104900"/>
          </a:xfrm>
          <a:prstGeom prst="rect">
            <a:avLst/>
          </a:prstGeom>
          <a:noFill/>
          <a:ln w="0">
            <a:noFill/>
          </a:ln>
        </p:spPr>
        <p:txBody>
          <a:bodyPr anchor="t"/>
          <a:lstStyle/>
          <a:p>
            <a:pPr>
              <a:defRPr sz="3600" b="1">
                <a:solidFill>
                  <a:srgbClr val="203332"/>
                </a:solidFill>
                <a:latin typeface="Arial"/>
                <a:ea typeface="Arial"/>
                <a:cs typeface="Arial"/>
              </a:defRPr>
            </a:pPr>
            <a:r>
              <a:rPr sz="3600" b="1" dirty="0">
                <a:solidFill>
                  <a:srgbClr val="203332"/>
                </a:solidFill>
                <a:latin typeface="Arial"/>
                <a:ea typeface="Arial"/>
                <a:cs typeface="Arial"/>
              </a:rPr>
              <a:t>Go beyond standard email Mail Merge</a:t>
            </a:r>
          </a:p>
        </p:txBody>
      </p:sp>
      <p:sp>
        <p:nvSpPr>
          <p:cNvPr id="3" name="Rectangle 2">
            <a:extLst>
              <a:ext uri="{FF2B5EF4-FFF2-40B4-BE49-F238E27FC236}">
                <a16:creationId xmlns:a16="http://schemas.microsoft.com/office/drawing/2014/main" id="{1CC2BDFF-8C0A-45DB-9003-740E85DA40FA}"/>
              </a:ext>
            </a:extLst>
          </p:cNvPr>
          <p:cNvSpPr>
            <a:spLocks noGrp="1"/>
          </p:cNvSpPr>
          <p:nvPr/>
        </p:nvSpPr>
        <p:spPr>
          <a:xfrm>
            <a:off x="609600" y="6324600"/>
            <a:ext cx="10972800" cy="19050"/>
          </a:xfrm>
          <a:prstGeom prst="rect">
            <a:avLst/>
          </a:prstGeom>
          <a:solidFill>
            <a:srgbClr val="C6DEDA"/>
          </a:solidFill>
          <a:ln w="0">
            <a:noFill/>
          </a:ln>
        </p:spPr>
        <p:txBody>
          <a:bodyPr/>
          <a:lstStyle/>
          <a:p>
            <a:endParaRPr lang="en-CA" dirty="0"/>
          </a:p>
        </p:txBody>
      </p:sp>
      <p:sp>
        <p:nvSpPr>
          <p:cNvPr id="4" name="Rectangle 3">
            <a:extLst>
              <a:ext uri="{FF2B5EF4-FFF2-40B4-BE49-F238E27FC236}">
                <a16:creationId xmlns:a16="http://schemas.microsoft.com/office/drawing/2014/main" id="{12997011-C9D5-4B2A-80C1-EB47641B6445}"/>
              </a:ext>
            </a:extLst>
          </p:cNvPr>
          <p:cNvSpPr>
            <a:spLocks noGrp="1"/>
          </p:cNvSpPr>
          <p:nvPr/>
        </p:nvSpPr>
        <p:spPr>
          <a:xfrm>
            <a:off x="609600" y="6448425"/>
            <a:ext cx="10382250" cy="171450"/>
          </a:xfrm>
          <a:prstGeom prst="rect">
            <a:avLst/>
          </a:prstGeom>
          <a:noFill/>
          <a:ln w="0">
            <a:noFill/>
          </a:ln>
        </p:spPr>
        <p:txBody>
          <a:bodyPr anchor="t"/>
          <a:lstStyle/>
          <a:p>
            <a:pPr>
              <a:defRPr sz="900" b="0">
                <a:solidFill>
                  <a:srgbClr val="526663"/>
                </a:solidFill>
                <a:latin typeface="Arial"/>
                <a:ea typeface="Arial"/>
                <a:cs typeface="Arial"/>
              </a:defRPr>
            </a:pPr>
            <a:r>
              <a:rPr sz="900" b="0" dirty="0">
                <a:solidFill>
                  <a:srgbClr val="526663"/>
                </a:solidFill>
                <a:latin typeface="Arial"/>
                <a:ea typeface="Arial"/>
                <a:cs typeface="Arial"/>
              </a:rPr>
              <a:t>POWERSHELL  /  PERSONALIZED EMPLOYEE EMAIL</a:t>
            </a:r>
            <a:r>
              <a:rPr lang="en-CA" sz="900" b="0" dirty="0">
                <a:solidFill>
                  <a:srgbClr val="526663"/>
                </a:solidFill>
                <a:latin typeface="Arial"/>
                <a:ea typeface="Arial"/>
                <a:cs typeface="Arial"/>
              </a:rPr>
              <a:t>S</a:t>
            </a:r>
            <a:endParaRPr sz="900" b="0" dirty="0">
              <a:solidFill>
                <a:srgbClr val="526663"/>
              </a:solidFill>
              <a:latin typeface="Arial"/>
              <a:ea typeface="Arial"/>
              <a:cs typeface="Arial"/>
            </a:endParaRPr>
          </a:p>
        </p:txBody>
      </p:sp>
      <p:sp>
        <p:nvSpPr>
          <p:cNvPr id="5" name="Rectangle 4">
            <a:extLst>
              <a:ext uri="{FF2B5EF4-FFF2-40B4-BE49-F238E27FC236}">
                <a16:creationId xmlns:a16="http://schemas.microsoft.com/office/drawing/2014/main" id="{FF6E51AB-A0C9-4DE6-9111-89896F61D92F}"/>
              </a:ext>
            </a:extLst>
          </p:cNvPr>
          <p:cNvSpPr>
            <a:spLocks noGrp="1"/>
          </p:cNvSpPr>
          <p:nvPr/>
        </p:nvSpPr>
        <p:spPr>
          <a:xfrm>
            <a:off x="11125200" y="6419850"/>
            <a:ext cx="476250" cy="228600"/>
          </a:xfrm>
          <a:prstGeom prst="rect">
            <a:avLst/>
          </a:prstGeom>
          <a:noFill/>
          <a:ln w="0">
            <a:noFill/>
          </a:ln>
        </p:spPr>
        <p:txBody>
          <a:bodyPr anchor="t"/>
          <a:lstStyle/>
          <a:p>
            <a:pPr>
              <a:defRPr sz="1050" b="1">
                <a:solidFill>
                  <a:srgbClr val="007F78"/>
                </a:solidFill>
                <a:latin typeface="Arial"/>
                <a:ea typeface="Arial"/>
                <a:cs typeface="Arial"/>
              </a:defRPr>
            </a:pPr>
            <a:r>
              <a:rPr sz="1050" b="1" dirty="0">
                <a:solidFill>
                  <a:srgbClr val="007F78"/>
                </a:solidFill>
                <a:latin typeface="Arial"/>
                <a:ea typeface="Arial"/>
                <a:cs typeface="Arial"/>
              </a:rPr>
              <a:t>06</a:t>
            </a:r>
          </a:p>
        </p:txBody>
      </p:sp>
      <p:graphicFrame>
        <p:nvGraphicFramePr>
          <p:cNvPr id="6" name="Table 5"/>
          <p:cNvGraphicFramePr/>
          <p:nvPr>
            <p:extLst>
              <p:ext uri="{D42A27DB-BD31-4B8C-83A1-F6EECF244321}">
                <p14:modId xmlns:p14="http://schemas.microsoft.com/office/powerpoint/2010/main" val="887760136"/>
              </p:ext>
            </p:extLst>
          </p:nvPr>
        </p:nvGraphicFramePr>
        <p:xfrm>
          <a:off x="609600" y="2066925"/>
          <a:ext cx="10972800" cy="3286125"/>
        </p:xfrm>
        <a:graphic>
          <a:graphicData uri="http://schemas.openxmlformats.org/drawingml/2006/table">
            <a:tbl>
              <a:tblPr/>
              <a:tblGrid>
                <a:gridCol w="3429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546735">
                <a:tc>
                  <a:txBody>
                    <a:bodyPr/>
                    <a:lstStyle/>
                    <a:p>
                      <a:pPr algn="ctr"/>
                      <a:r>
                        <a:rPr sz="1800" b="1" dirty="0">
                          <a:solidFill>
                            <a:srgbClr val="FFFFFF"/>
                          </a:solidFill>
                          <a:latin typeface="Arial"/>
                          <a:ea typeface="Arial"/>
                          <a:cs typeface="Arial"/>
                        </a:rPr>
                        <a:t>Capability</a:t>
                      </a:r>
                    </a:p>
                  </a:txBody>
                  <a:tcPr>
                    <a:solidFill>
                      <a:srgbClr val="007F78"/>
                    </a:solidFill>
                  </a:tcPr>
                </a:tc>
                <a:tc>
                  <a:txBody>
                    <a:bodyPr/>
                    <a:lstStyle/>
                    <a:p>
                      <a:pPr algn="ctr"/>
                      <a:r>
                        <a:rPr sz="1800" b="1" dirty="0">
                          <a:solidFill>
                            <a:srgbClr val="FFFFFF"/>
                          </a:solidFill>
                          <a:latin typeface="Arial"/>
                          <a:ea typeface="Arial"/>
                          <a:cs typeface="Arial"/>
                        </a:rPr>
                        <a:t>Standard </a:t>
                      </a:r>
                      <a:r>
                        <a:rPr sz="1800" b="1" u="sng" dirty="0">
                          <a:solidFill>
                            <a:srgbClr val="FFFFFF"/>
                          </a:solidFill>
                          <a:latin typeface="Arial"/>
                          <a:ea typeface="Arial"/>
                          <a:cs typeface="Arial"/>
                        </a:rPr>
                        <a:t>Word Mail Merge</a:t>
                      </a:r>
                    </a:p>
                  </a:txBody>
                  <a:tcPr>
                    <a:solidFill>
                      <a:srgbClr val="007F78"/>
                    </a:solidFill>
                  </a:tcPr>
                </a:tc>
                <a:tc>
                  <a:txBody>
                    <a:bodyPr/>
                    <a:lstStyle/>
                    <a:p>
                      <a:pPr algn="ctr"/>
                      <a:r>
                        <a:rPr sz="1800" b="1" u="sng" dirty="0">
                          <a:solidFill>
                            <a:srgbClr val="FFFFFF"/>
                          </a:solidFill>
                          <a:latin typeface="Arial"/>
                          <a:ea typeface="Arial"/>
                          <a:cs typeface="Arial"/>
                        </a:rPr>
                        <a:t>PowerShell</a:t>
                      </a:r>
                      <a:r>
                        <a:rPr sz="1800" b="1" dirty="0">
                          <a:solidFill>
                            <a:srgbClr val="FFFFFF"/>
                          </a:solidFill>
                          <a:latin typeface="Arial"/>
                          <a:ea typeface="Arial"/>
                          <a:cs typeface="Arial"/>
                        </a:rPr>
                        <a:t> solution</a:t>
                      </a:r>
                    </a:p>
                  </a:txBody>
                  <a:tcPr>
                    <a:solidFill>
                      <a:srgbClr val="007F78"/>
                    </a:solidFill>
                  </a:tcPr>
                </a:tc>
                <a:extLst>
                  <a:ext uri="{0D108BD9-81ED-4DB2-BD59-A6C34878D82A}">
                    <a16:rowId xmlns:a16="http://schemas.microsoft.com/office/drawing/2014/main" val="10000"/>
                  </a:ext>
                </a:extLst>
              </a:tr>
              <a:tr h="546735">
                <a:tc>
                  <a:txBody>
                    <a:bodyPr/>
                    <a:lstStyle/>
                    <a:p>
                      <a:pPr algn="ctr"/>
                      <a:r>
                        <a:rPr lang="en-CA" sz="1500" b="0" dirty="0">
                          <a:solidFill>
                            <a:srgbClr val="203332"/>
                          </a:solidFill>
                          <a:latin typeface="Arial"/>
                          <a:ea typeface="Arial"/>
                          <a:cs typeface="Arial"/>
                        </a:rPr>
                        <a:t>User friendly</a:t>
                      </a:r>
                      <a:endParaRPr sz="1500" b="0" dirty="0">
                        <a:solidFill>
                          <a:srgbClr val="203332"/>
                        </a:solidFill>
                        <a:latin typeface="Arial"/>
                        <a:ea typeface="Arial"/>
                        <a:cs typeface="Arial"/>
                      </a:endParaRPr>
                    </a:p>
                  </a:txBody>
                  <a:tcPr>
                    <a:solidFill>
                      <a:srgbClr val="FFFFFF"/>
                    </a:solidFill>
                  </a:tcPr>
                </a:tc>
                <a:tc>
                  <a:txBody>
                    <a:bodyPr/>
                    <a:lstStyle/>
                    <a:p>
                      <a:pPr algn="ctr"/>
                      <a:r>
                        <a:rPr lang="en-CA" sz="1500" b="0" dirty="0">
                          <a:solidFill>
                            <a:srgbClr val="203332"/>
                          </a:solidFill>
                          <a:latin typeface="Arial"/>
                          <a:ea typeface="Arial"/>
                          <a:cs typeface="Arial"/>
                        </a:rPr>
                        <a:t>Yes</a:t>
                      </a:r>
                      <a:endParaRPr sz="1500" b="0" dirty="0">
                        <a:solidFill>
                          <a:srgbClr val="203332"/>
                        </a:solidFill>
                        <a:latin typeface="Arial"/>
                        <a:ea typeface="Arial"/>
                        <a:cs typeface="Arial"/>
                      </a:endParaRPr>
                    </a:p>
                  </a:txBody>
                  <a:tcPr>
                    <a:solidFill>
                      <a:srgbClr val="FFFFFF"/>
                    </a:solidFill>
                  </a:tcPr>
                </a:tc>
                <a:tc>
                  <a:txBody>
                    <a:bodyPr/>
                    <a:lstStyle/>
                    <a:p>
                      <a:pPr algn="ctr"/>
                      <a:r>
                        <a:rPr lang="en-CA" sz="1500" b="0" dirty="0">
                          <a:solidFill>
                            <a:srgbClr val="203332"/>
                          </a:solidFill>
                          <a:latin typeface="Arial"/>
                          <a:ea typeface="Arial"/>
                          <a:cs typeface="Arial"/>
                        </a:rPr>
                        <a:t>No</a:t>
                      </a:r>
                      <a:endParaRPr sz="1500" b="0" dirty="0">
                        <a:solidFill>
                          <a:srgbClr val="203332"/>
                        </a:solidFill>
                        <a:latin typeface="Arial"/>
                        <a:ea typeface="Arial"/>
                        <a:cs typeface="Arial"/>
                      </a:endParaRPr>
                    </a:p>
                  </a:txBody>
                  <a:tcPr>
                    <a:solidFill>
                      <a:srgbClr val="FFFFFF"/>
                    </a:solidFill>
                  </a:tcPr>
                </a:tc>
                <a:extLst>
                  <a:ext uri="{0D108BD9-81ED-4DB2-BD59-A6C34878D82A}">
                    <a16:rowId xmlns:a16="http://schemas.microsoft.com/office/drawing/2014/main" val="2258299865"/>
                  </a:ext>
                </a:extLst>
              </a:tr>
              <a:tr h="546735">
                <a:tc>
                  <a:txBody>
                    <a:bodyPr/>
                    <a:lstStyle/>
                    <a:p>
                      <a:pPr algn="ctr"/>
                      <a:r>
                        <a:rPr sz="1500" b="0" dirty="0">
                          <a:solidFill>
                            <a:srgbClr val="203332"/>
                          </a:solidFill>
                          <a:latin typeface="Arial"/>
                          <a:ea typeface="Arial"/>
                          <a:cs typeface="Arial"/>
                        </a:rPr>
                        <a:t>Personalized email</a:t>
                      </a:r>
                    </a:p>
                  </a:txBody>
                  <a:tcPr>
                    <a:solidFill>
                      <a:srgbClr val="FFFFFF"/>
                    </a:solidFill>
                  </a:tcPr>
                </a:tc>
                <a:tc>
                  <a:txBody>
                    <a:bodyPr/>
                    <a:lstStyle/>
                    <a:p>
                      <a:pPr algn="ctr"/>
                      <a:r>
                        <a:rPr sz="1500" b="0" dirty="0">
                          <a:solidFill>
                            <a:srgbClr val="203332"/>
                          </a:solidFill>
                          <a:latin typeface="Arial"/>
                          <a:ea typeface="Arial"/>
                          <a:cs typeface="Arial"/>
                        </a:rPr>
                        <a:t>Yes</a:t>
                      </a:r>
                      <a:r>
                        <a:rPr lang="en-CA" sz="1500" b="0" dirty="0">
                          <a:solidFill>
                            <a:srgbClr val="203332"/>
                          </a:solidFill>
                          <a:latin typeface="Arial"/>
                          <a:ea typeface="Arial"/>
                          <a:cs typeface="Arial"/>
                        </a:rPr>
                        <a:t> – to a certain extent </a:t>
                      </a:r>
                      <a:endParaRPr sz="1500" b="0" dirty="0">
                        <a:solidFill>
                          <a:srgbClr val="203332"/>
                        </a:solidFill>
                        <a:latin typeface="Arial"/>
                        <a:ea typeface="Arial"/>
                        <a:cs typeface="Arial"/>
                      </a:endParaRPr>
                    </a:p>
                  </a:txBody>
                  <a:tcPr>
                    <a:solidFill>
                      <a:srgbClr val="FFFFFF"/>
                    </a:solidFill>
                  </a:tcPr>
                </a:tc>
                <a:tc>
                  <a:txBody>
                    <a:bodyPr/>
                    <a:lstStyle/>
                    <a:p>
                      <a:pPr algn="ctr"/>
                      <a:r>
                        <a:rPr lang="en-CA" sz="1500" b="0" dirty="0">
                          <a:solidFill>
                            <a:srgbClr val="203332"/>
                          </a:solidFill>
                          <a:latin typeface="Arial"/>
                          <a:ea typeface="Arial"/>
                          <a:cs typeface="Arial"/>
                        </a:rPr>
                        <a:t>Yes – very customizable via HTML templates</a:t>
                      </a:r>
                      <a:endParaRPr sz="1500" b="0" dirty="0">
                        <a:solidFill>
                          <a:srgbClr val="203332"/>
                        </a:solidFill>
                        <a:latin typeface="Arial"/>
                        <a:ea typeface="Arial"/>
                        <a:cs typeface="Arial"/>
                      </a:endParaRPr>
                    </a:p>
                  </a:txBody>
                  <a:tcPr>
                    <a:solidFill>
                      <a:srgbClr val="FFFFFF"/>
                    </a:solidFill>
                  </a:tcPr>
                </a:tc>
                <a:extLst>
                  <a:ext uri="{0D108BD9-81ED-4DB2-BD59-A6C34878D82A}">
                    <a16:rowId xmlns:a16="http://schemas.microsoft.com/office/drawing/2014/main" val="10001"/>
                  </a:ext>
                </a:extLst>
              </a:tr>
              <a:tr h="546735">
                <a:tc>
                  <a:txBody>
                    <a:bodyPr/>
                    <a:lstStyle/>
                    <a:p>
                      <a:pPr algn="ctr"/>
                      <a:r>
                        <a:rPr sz="1500" b="0" dirty="0">
                          <a:solidFill>
                            <a:srgbClr val="203332"/>
                          </a:solidFill>
                          <a:latin typeface="Arial"/>
                          <a:ea typeface="Arial"/>
                          <a:cs typeface="Arial"/>
                        </a:rPr>
                        <a:t>Choose a language template</a:t>
                      </a:r>
                    </a:p>
                  </a:txBody>
                  <a:tcPr>
                    <a:solidFill>
                      <a:srgbClr val="EAF5F2"/>
                    </a:solidFill>
                  </a:tcPr>
                </a:tc>
                <a:tc>
                  <a:txBody>
                    <a:bodyPr/>
                    <a:lstStyle/>
                    <a:p>
                      <a:pPr algn="ctr"/>
                      <a:r>
                        <a:rPr sz="1500" b="0" dirty="0">
                          <a:solidFill>
                            <a:schemeClr val="bg1"/>
                          </a:solidFill>
                          <a:latin typeface="Arial"/>
                          <a:ea typeface="Arial"/>
                          <a:cs typeface="Arial"/>
                        </a:rPr>
                        <a:t>Separate merges </a:t>
                      </a:r>
                      <a:r>
                        <a:rPr lang="en-CA" sz="1500" b="0" dirty="0">
                          <a:solidFill>
                            <a:schemeClr val="bg1"/>
                          </a:solidFill>
                          <a:latin typeface="Arial"/>
                          <a:ea typeface="Arial"/>
                          <a:cs typeface="Arial"/>
                        </a:rPr>
                        <a:t>and/or</a:t>
                      </a:r>
                      <a:r>
                        <a:rPr sz="1500" b="0" dirty="0">
                          <a:solidFill>
                            <a:schemeClr val="bg1"/>
                          </a:solidFill>
                          <a:latin typeface="Arial"/>
                          <a:ea typeface="Arial"/>
                          <a:cs typeface="Arial"/>
                        </a:rPr>
                        <a:t> conditional text</a:t>
                      </a:r>
                      <a:r>
                        <a:rPr lang="en-CA" sz="1500" b="0" dirty="0">
                          <a:solidFill>
                            <a:schemeClr val="bg1"/>
                          </a:solidFill>
                          <a:latin typeface="Arial"/>
                          <a:ea typeface="Arial"/>
                          <a:cs typeface="Arial"/>
                        </a:rPr>
                        <a:t> (harder to configure &amp; manage) </a:t>
                      </a:r>
                      <a:endParaRPr sz="1500" b="0" dirty="0">
                        <a:solidFill>
                          <a:schemeClr val="bg1"/>
                        </a:solidFill>
                        <a:latin typeface="Arial"/>
                        <a:ea typeface="Arial"/>
                        <a:cs typeface="Arial"/>
                      </a:endParaRPr>
                    </a:p>
                  </a:txBody>
                  <a:tcPr>
                    <a:solidFill>
                      <a:srgbClr val="FF0000"/>
                    </a:solidFill>
                  </a:tcPr>
                </a:tc>
                <a:tc>
                  <a:txBody>
                    <a:bodyPr/>
                    <a:lstStyle/>
                    <a:p>
                      <a:pPr algn="ctr"/>
                      <a:r>
                        <a:rPr lang="en-CA" sz="1500" b="1" dirty="0">
                          <a:solidFill>
                            <a:srgbClr val="203332"/>
                          </a:solidFill>
                          <a:latin typeface="Arial"/>
                          <a:ea typeface="Arial"/>
                          <a:cs typeface="Arial"/>
                        </a:rPr>
                        <a:t>Simple</a:t>
                      </a:r>
                      <a:r>
                        <a:rPr lang="en-CA" sz="1500" b="0" dirty="0">
                          <a:solidFill>
                            <a:srgbClr val="203332"/>
                          </a:solidFill>
                          <a:latin typeface="Arial"/>
                          <a:ea typeface="Arial"/>
                          <a:cs typeface="Arial"/>
                        </a:rPr>
                        <a:t> to pick a combination of email template + attachments, by person</a:t>
                      </a:r>
                      <a:endParaRPr sz="1500" b="0" dirty="0">
                        <a:solidFill>
                          <a:srgbClr val="203332"/>
                        </a:solidFill>
                        <a:latin typeface="Arial"/>
                        <a:ea typeface="Arial"/>
                        <a:cs typeface="Arial"/>
                      </a:endParaRPr>
                    </a:p>
                  </a:txBody>
                  <a:tcPr>
                    <a:solidFill>
                      <a:srgbClr val="EAF5F2"/>
                    </a:solidFill>
                  </a:tcPr>
                </a:tc>
                <a:extLst>
                  <a:ext uri="{0D108BD9-81ED-4DB2-BD59-A6C34878D82A}">
                    <a16:rowId xmlns:a16="http://schemas.microsoft.com/office/drawing/2014/main" val="10002"/>
                  </a:ext>
                </a:extLst>
              </a:tr>
              <a:tr h="546735">
                <a:tc>
                  <a:txBody>
                    <a:bodyPr/>
                    <a:lstStyle/>
                    <a:p>
                      <a:pPr algn="ctr"/>
                      <a:r>
                        <a:rPr sz="1500" b="0" dirty="0">
                          <a:solidFill>
                            <a:srgbClr val="203332"/>
                          </a:solidFill>
                          <a:latin typeface="Arial"/>
                          <a:ea typeface="Arial"/>
                          <a:cs typeface="Arial"/>
                        </a:rPr>
                        <a:t>Unique </a:t>
                      </a:r>
                      <a:r>
                        <a:rPr lang="en-CA" sz="1500" b="0" dirty="0">
                          <a:solidFill>
                            <a:srgbClr val="203332"/>
                          </a:solidFill>
                          <a:latin typeface="Arial"/>
                          <a:ea typeface="Arial"/>
                          <a:cs typeface="Arial"/>
                        </a:rPr>
                        <a:t>and/or</a:t>
                      </a:r>
                      <a:r>
                        <a:rPr sz="1500" b="0" dirty="0">
                          <a:solidFill>
                            <a:srgbClr val="203332"/>
                          </a:solidFill>
                          <a:latin typeface="Arial"/>
                          <a:ea typeface="Arial"/>
                          <a:cs typeface="Arial"/>
                        </a:rPr>
                        <a:t> </a:t>
                      </a:r>
                      <a:r>
                        <a:rPr lang="en-CA" sz="1500" b="0" dirty="0">
                          <a:solidFill>
                            <a:srgbClr val="203332"/>
                          </a:solidFill>
                          <a:latin typeface="Arial"/>
                          <a:ea typeface="Arial"/>
                          <a:cs typeface="Arial"/>
                        </a:rPr>
                        <a:t>additional</a:t>
                      </a:r>
                      <a:r>
                        <a:rPr sz="1500" b="0" dirty="0">
                          <a:solidFill>
                            <a:srgbClr val="203332"/>
                          </a:solidFill>
                          <a:latin typeface="Arial"/>
                          <a:ea typeface="Arial"/>
                          <a:cs typeface="Arial"/>
                        </a:rPr>
                        <a:t> attachments</a:t>
                      </a:r>
                    </a:p>
                  </a:txBody>
                  <a:tcPr>
                    <a:solidFill>
                      <a:srgbClr val="FFFFFF"/>
                    </a:solidFill>
                  </a:tcPr>
                </a:tc>
                <a:tc>
                  <a:txBody>
                    <a:bodyPr/>
                    <a:lstStyle/>
                    <a:p>
                      <a:pPr algn="ctr"/>
                      <a:r>
                        <a:rPr lang="en-CA" sz="1500" b="0" dirty="0">
                          <a:solidFill>
                            <a:schemeClr val="bg1"/>
                          </a:solidFill>
                          <a:latin typeface="Arial"/>
                          <a:ea typeface="Arial"/>
                          <a:cs typeface="Arial"/>
                        </a:rPr>
                        <a:t>Not possible – everyone gets the same document or none</a:t>
                      </a:r>
                      <a:endParaRPr sz="1500" b="0" dirty="0">
                        <a:solidFill>
                          <a:schemeClr val="bg1"/>
                        </a:solidFill>
                        <a:latin typeface="Arial"/>
                        <a:ea typeface="Arial"/>
                        <a:cs typeface="Arial"/>
                      </a:endParaRPr>
                    </a:p>
                  </a:txBody>
                  <a:tcPr>
                    <a:solidFill>
                      <a:srgbClr val="FF0000"/>
                    </a:solidFill>
                  </a:tcPr>
                </a:tc>
                <a:tc>
                  <a:txBody>
                    <a:bodyPr/>
                    <a:lstStyle/>
                    <a:p>
                      <a:pPr algn="ctr"/>
                      <a:r>
                        <a:rPr lang="en-CA" sz="1500" b="0" dirty="0">
                          <a:solidFill>
                            <a:srgbClr val="203332"/>
                          </a:solidFill>
                          <a:latin typeface="Arial"/>
                          <a:ea typeface="Arial"/>
                          <a:cs typeface="Arial"/>
                        </a:rPr>
                        <a:t>Any combination is OK</a:t>
                      </a:r>
                      <a:endParaRPr sz="1500" b="0" dirty="0">
                        <a:solidFill>
                          <a:srgbClr val="203332"/>
                        </a:solidFill>
                        <a:latin typeface="Arial"/>
                        <a:ea typeface="Arial"/>
                        <a:cs typeface="Arial"/>
                      </a:endParaRPr>
                    </a:p>
                  </a:txBody>
                  <a:tcPr>
                    <a:solidFill>
                      <a:srgbClr val="FFFFFF"/>
                    </a:solidFill>
                  </a:tcPr>
                </a:tc>
                <a:extLst>
                  <a:ext uri="{0D108BD9-81ED-4DB2-BD59-A6C34878D82A}">
                    <a16:rowId xmlns:a16="http://schemas.microsoft.com/office/drawing/2014/main" val="10003"/>
                  </a:ext>
                </a:extLst>
              </a:tr>
              <a:tr h="546735">
                <a:tc>
                  <a:txBody>
                    <a:bodyPr/>
                    <a:lstStyle/>
                    <a:p>
                      <a:pPr algn="ctr"/>
                      <a:r>
                        <a:rPr sz="1500" b="0" dirty="0">
                          <a:solidFill>
                            <a:srgbClr val="203332"/>
                          </a:solidFill>
                          <a:latin typeface="Arial"/>
                          <a:ea typeface="Arial"/>
                          <a:cs typeface="Arial"/>
                        </a:rPr>
                        <a:t>Pre-send checks and logging</a:t>
                      </a:r>
                    </a:p>
                  </a:txBody>
                  <a:tcPr>
                    <a:solidFill>
                      <a:srgbClr val="EAF5F2"/>
                    </a:solidFill>
                  </a:tcPr>
                </a:tc>
                <a:tc>
                  <a:txBody>
                    <a:bodyPr/>
                    <a:lstStyle/>
                    <a:p>
                      <a:pPr algn="ctr"/>
                      <a:r>
                        <a:rPr lang="en-CA" sz="1500" b="0" dirty="0">
                          <a:solidFill>
                            <a:srgbClr val="203332"/>
                          </a:solidFill>
                          <a:latin typeface="Arial"/>
                          <a:ea typeface="Arial"/>
                          <a:cs typeface="Arial"/>
                        </a:rPr>
                        <a:t>None aside from reviewing drafted emails (outlook set ‘offline’)</a:t>
                      </a:r>
                      <a:endParaRPr sz="1500" b="0" dirty="0">
                        <a:solidFill>
                          <a:srgbClr val="203332"/>
                        </a:solidFill>
                        <a:latin typeface="Arial"/>
                        <a:ea typeface="Arial"/>
                        <a:cs typeface="Arial"/>
                      </a:endParaRPr>
                    </a:p>
                  </a:txBody>
                  <a:tcPr>
                    <a:solidFill>
                      <a:srgbClr val="EAF5F2"/>
                    </a:solidFill>
                  </a:tcPr>
                </a:tc>
                <a:tc>
                  <a:txBody>
                    <a:bodyPr/>
                    <a:lstStyle/>
                    <a:p>
                      <a:pPr algn="ctr"/>
                      <a:r>
                        <a:rPr lang="en-CA" sz="1500" b="0" dirty="0">
                          <a:solidFill>
                            <a:srgbClr val="203332"/>
                          </a:solidFill>
                          <a:latin typeface="Arial"/>
                          <a:ea typeface="Arial"/>
                          <a:cs typeface="Arial"/>
                        </a:rPr>
                        <a:t>Can create log files, exception tracking etc.</a:t>
                      </a:r>
                      <a:endParaRPr sz="1500" b="0" dirty="0">
                        <a:solidFill>
                          <a:srgbClr val="203332"/>
                        </a:solidFill>
                        <a:latin typeface="Arial"/>
                        <a:ea typeface="Arial"/>
                        <a:cs typeface="Arial"/>
                      </a:endParaRPr>
                    </a:p>
                  </a:txBody>
                  <a:tcPr>
                    <a:solidFill>
                      <a:srgbClr val="EAF5F2"/>
                    </a:solidFill>
                  </a:tcPr>
                </a:tc>
                <a:extLst>
                  <a:ext uri="{0D108BD9-81ED-4DB2-BD59-A6C34878D82A}">
                    <a16:rowId xmlns:a16="http://schemas.microsoft.com/office/drawing/2014/main" val="10004"/>
                  </a:ext>
                </a:extLst>
              </a:tr>
            </a:tbl>
          </a:graphicData>
        </a:graphic>
      </p:graphicFrame>
      <p:sp>
        <p:nvSpPr>
          <p:cNvPr id="7" name="Rectangle 6">
            <a:extLst>
              <a:ext uri="{FF2B5EF4-FFF2-40B4-BE49-F238E27FC236}">
                <a16:creationId xmlns:a16="http://schemas.microsoft.com/office/drawing/2014/main" id="{9E63E3E9-219E-4D1E-B827-F6BA370C9FD4}"/>
              </a:ext>
            </a:extLst>
          </p:cNvPr>
          <p:cNvSpPr>
            <a:spLocks noGrp="1"/>
          </p:cNvSpPr>
          <p:nvPr/>
        </p:nvSpPr>
        <p:spPr>
          <a:xfrm>
            <a:off x="609600" y="5503545"/>
            <a:ext cx="10906125" cy="609600"/>
          </a:xfrm>
          <a:prstGeom prst="rect">
            <a:avLst/>
          </a:prstGeom>
          <a:noFill/>
          <a:ln w="0">
            <a:noFill/>
          </a:ln>
        </p:spPr>
        <p:txBody>
          <a:bodyPr anchor="t"/>
          <a:lstStyle/>
          <a:p>
            <a:pPr>
              <a:defRPr sz="2025" b="1">
                <a:solidFill>
                  <a:srgbClr val="007F78"/>
                </a:solidFill>
                <a:latin typeface="Arial"/>
                <a:ea typeface="Arial"/>
                <a:cs typeface="Arial"/>
              </a:defRPr>
            </a:pPr>
            <a:r>
              <a:rPr lang="en-CA" sz="2025" b="1" dirty="0">
                <a:solidFill>
                  <a:srgbClr val="007F78"/>
                </a:solidFill>
                <a:latin typeface="Arial"/>
                <a:ea typeface="Arial"/>
                <a:cs typeface="Arial"/>
              </a:rPr>
              <a:t>PowerShell can handle sending unique emails, with specific attachments and handle customization with ease. </a:t>
            </a:r>
            <a:endParaRPr sz="2025" b="1" dirty="0">
              <a:solidFill>
                <a:srgbClr val="007F78"/>
              </a:solidFill>
              <a:latin typeface="Arial"/>
              <a:ea typeface="Arial"/>
              <a:cs typeface="Arial"/>
            </a:endParaRPr>
          </a:p>
        </p:txBody>
      </p:sp>
      <p:pic>
        <p:nvPicPr>
          <p:cNvPr id="13" name="Picture 12">
            <a:extLst>
              <a:ext uri="{FF2B5EF4-FFF2-40B4-BE49-F238E27FC236}">
                <a16:creationId xmlns:a16="http://schemas.microsoft.com/office/drawing/2014/main" id="{14D10A75-B89A-8E41-8732-501ECC0392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76356" y="125463"/>
            <a:ext cx="2293700" cy="249193"/>
          </a:xfrm>
          <a:prstGeom prst="rect">
            <a:avLst/>
          </a:prstGeom>
        </p:spPr>
      </p:pic>
    </p:spTree>
    <p:extLst>
      <p:ext uri="{BB962C8B-B14F-4D97-AF65-F5344CB8AC3E}">
        <p14:creationId xmlns:p14="http://schemas.microsoft.com/office/powerpoint/2010/main" val="9341833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2383082-0FEA-5DF0-076D-34258903E62F}"/>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EDEB1617-A9ED-1C2B-FD79-A9E438D9173D}"/>
              </a:ext>
            </a:extLst>
          </p:cNvPr>
          <p:cNvSpPr>
            <a:spLocks noGrp="1"/>
          </p:cNvSpPr>
          <p:nvPr/>
        </p:nvSpPr>
        <p:spPr>
          <a:xfrm>
            <a:off x="609600" y="333375"/>
            <a:ext cx="10477500" cy="247650"/>
          </a:xfrm>
          <a:prstGeom prst="rect">
            <a:avLst/>
          </a:prstGeom>
          <a:noFill/>
          <a:ln w="0">
            <a:noFill/>
          </a:ln>
        </p:spPr>
        <p:txBody>
          <a:bodyPr anchor="t"/>
          <a:lstStyle/>
          <a:p>
            <a:pPr>
              <a:defRPr sz="1275" b="1">
                <a:solidFill>
                  <a:srgbClr val="007F78"/>
                </a:solidFill>
                <a:latin typeface="Arial"/>
                <a:ea typeface="Arial"/>
                <a:cs typeface="Arial"/>
              </a:defRPr>
            </a:pPr>
            <a:r>
              <a:rPr sz="1275" b="1" dirty="0">
                <a:solidFill>
                  <a:srgbClr val="007F78"/>
                </a:solidFill>
                <a:latin typeface="Arial"/>
                <a:ea typeface="Arial"/>
                <a:cs typeface="Arial"/>
              </a:rPr>
              <a:t>THE CAPABILITY</a:t>
            </a:r>
          </a:p>
        </p:txBody>
      </p:sp>
      <p:sp>
        <p:nvSpPr>
          <p:cNvPr id="2" name="Rectangle 1">
            <a:extLst>
              <a:ext uri="{FF2B5EF4-FFF2-40B4-BE49-F238E27FC236}">
                <a16:creationId xmlns:a16="http://schemas.microsoft.com/office/drawing/2014/main" id="{81C44750-4D7C-42B1-56B9-AE138BCE3EE5}"/>
              </a:ext>
            </a:extLst>
          </p:cNvPr>
          <p:cNvSpPr>
            <a:spLocks noGrp="1"/>
          </p:cNvSpPr>
          <p:nvPr/>
        </p:nvSpPr>
        <p:spPr>
          <a:xfrm>
            <a:off x="609600" y="809625"/>
            <a:ext cx="10934700" cy="1104900"/>
          </a:xfrm>
          <a:prstGeom prst="rect">
            <a:avLst/>
          </a:prstGeom>
          <a:noFill/>
          <a:ln w="0">
            <a:noFill/>
          </a:ln>
        </p:spPr>
        <p:txBody>
          <a:bodyPr anchor="t"/>
          <a:lstStyle/>
          <a:p>
            <a:pPr>
              <a:defRPr sz="3600" b="1">
                <a:solidFill>
                  <a:srgbClr val="203332"/>
                </a:solidFill>
                <a:latin typeface="Arial"/>
                <a:ea typeface="Arial"/>
                <a:cs typeface="Arial"/>
              </a:defRPr>
            </a:pPr>
            <a:r>
              <a:rPr lang="en-CA" sz="3600" b="1" dirty="0">
                <a:solidFill>
                  <a:srgbClr val="203332"/>
                </a:solidFill>
                <a:latin typeface="Arial"/>
                <a:ea typeface="Arial"/>
                <a:cs typeface="Arial"/>
              </a:rPr>
              <a:t>Use Case</a:t>
            </a:r>
            <a:endParaRPr sz="3600" b="1" dirty="0">
              <a:solidFill>
                <a:srgbClr val="203332"/>
              </a:solidFill>
              <a:latin typeface="Arial"/>
              <a:ea typeface="Arial"/>
              <a:cs typeface="Arial"/>
            </a:endParaRPr>
          </a:p>
        </p:txBody>
      </p:sp>
      <p:sp>
        <p:nvSpPr>
          <p:cNvPr id="3" name="Rectangle 2">
            <a:extLst>
              <a:ext uri="{FF2B5EF4-FFF2-40B4-BE49-F238E27FC236}">
                <a16:creationId xmlns:a16="http://schemas.microsoft.com/office/drawing/2014/main" id="{09F06C7C-5AE2-48A2-DF51-DB285DA494C1}"/>
              </a:ext>
            </a:extLst>
          </p:cNvPr>
          <p:cNvSpPr>
            <a:spLocks noGrp="1"/>
          </p:cNvSpPr>
          <p:nvPr/>
        </p:nvSpPr>
        <p:spPr>
          <a:xfrm>
            <a:off x="609600" y="6324600"/>
            <a:ext cx="10972800" cy="19050"/>
          </a:xfrm>
          <a:prstGeom prst="rect">
            <a:avLst/>
          </a:prstGeom>
          <a:solidFill>
            <a:srgbClr val="C6DEDA"/>
          </a:solidFill>
          <a:ln w="0">
            <a:noFill/>
          </a:ln>
        </p:spPr>
        <p:txBody>
          <a:bodyPr/>
          <a:lstStyle/>
          <a:p>
            <a:endParaRPr lang="en-CA" dirty="0"/>
          </a:p>
        </p:txBody>
      </p:sp>
      <p:sp>
        <p:nvSpPr>
          <p:cNvPr id="4" name="Rectangle 3">
            <a:extLst>
              <a:ext uri="{FF2B5EF4-FFF2-40B4-BE49-F238E27FC236}">
                <a16:creationId xmlns:a16="http://schemas.microsoft.com/office/drawing/2014/main" id="{8836855B-D29E-11C5-E452-F5C8D228DC7B}"/>
              </a:ext>
            </a:extLst>
          </p:cNvPr>
          <p:cNvSpPr>
            <a:spLocks noGrp="1"/>
          </p:cNvSpPr>
          <p:nvPr/>
        </p:nvSpPr>
        <p:spPr>
          <a:xfrm>
            <a:off x="609600" y="6448425"/>
            <a:ext cx="10382250" cy="171450"/>
          </a:xfrm>
          <a:prstGeom prst="rect">
            <a:avLst/>
          </a:prstGeom>
          <a:noFill/>
          <a:ln w="0">
            <a:noFill/>
          </a:ln>
        </p:spPr>
        <p:txBody>
          <a:bodyPr anchor="t"/>
          <a:lstStyle/>
          <a:p>
            <a:pPr>
              <a:defRPr sz="900" b="0">
                <a:solidFill>
                  <a:srgbClr val="526663"/>
                </a:solidFill>
                <a:latin typeface="Arial"/>
                <a:ea typeface="Arial"/>
                <a:cs typeface="Arial"/>
              </a:defRPr>
            </a:pPr>
            <a:r>
              <a:rPr sz="900" b="0" dirty="0">
                <a:solidFill>
                  <a:srgbClr val="526663"/>
                </a:solidFill>
                <a:latin typeface="Arial"/>
                <a:ea typeface="Arial"/>
                <a:cs typeface="Arial"/>
              </a:rPr>
              <a:t>POWERSHELL  /  PERSONALIZED EMPLOYEE EMAIL</a:t>
            </a:r>
            <a:r>
              <a:rPr lang="en-CA" sz="900" b="0" dirty="0">
                <a:solidFill>
                  <a:srgbClr val="526663"/>
                </a:solidFill>
                <a:latin typeface="Arial"/>
                <a:ea typeface="Arial"/>
                <a:cs typeface="Arial"/>
              </a:rPr>
              <a:t>S</a:t>
            </a:r>
            <a:endParaRPr sz="900" b="0" dirty="0">
              <a:solidFill>
                <a:srgbClr val="526663"/>
              </a:solidFill>
              <a:latin typeface="Arial"/>
              <a:ea typeface="Arial"/>
              <a:cs typeface="Arial"/>
            </a:endParaRPr>
          </a:p>
        </p:txBody>
      </p:sp>
      <p:sp>
        <p:nvSpPr>
          <p:cNvPr id="5" name="Rectangle 4">
            <a:extLst>
              <a:ext uri="{FF2B5EF4-FFF2-40B4-BE49-F238E27FC236}">
                <a16:creationId xmlns:a16="http://schemas.microsoft.com/office/drawing/2014/main" id="{C96A1416-0361-67FF-C81E-B049A9B2E379}"/>
              </a:ext>
            </a:extLst>
          </p:cNvPr>
          <p:cNvSpPr>
            <a:spLocks noGrp="1"/>
          </p:cNvSpPr>
          <p:nvPr/>
        </p:nvSpPr>
        <p:spPr>
          <a:xfrm>
            <a:off x="11125200" y="6419850"/>
            <a:ext cx="476250" cy="228600"/>
          </a:xfrm>
          <a:prstGeom prst="rect">
            <a:avLst/>
          </a:prstGeom>
          <a:noFill/>
          <a:ln w="0">
            <a:noFill/>
          </a:ln>
        </p:spPr>
        <p:txBody>
          <a:bodyPr anchor="t"/>
          <a:lstStyle/>
          <a:p>
            <a:pPr>
              <a:defRPr sz="1050" b="1">
                <a:solidFill>
                  <a:srgbClr val="007F78"/>
                </a:solidFill>
                <a:latin typeface="Arial"/>
                <a:ea typeface="Arial"/>
                <a:cs typeface="Arial"/>
              </a:defRPr>
            </a:pPr>
            <a:r>
              <a:rPr sz="1050" b="1" dirty="0">
                <a:solidFill>
                  <a:srgbClr val="007F78"/>
                </a:solidFill>
                <a:latin typeface="Arial"/>
                <a:ea typeface="Arial"/>
                <a:cs typeface="Arial"/>
              </a:rPr>
              <a:t>02</a:t>
            </a:r>
          </a:p>
        </p:txBody>
      </p:sp>
      <p:sp>
        <p:nvSpPr>
          <p:cNvPr id="6" name="Rectangle 5">
            <a:extLst>
              <a:ext uri="{FF2B5EF4-FFF2-40B4-BE49-F238E27FC236}">
                <a16:creationId xmlns:a16="http://schemas.microsoft.com/office/drawing/2014/main" id="{79F85FC6-A785-3A7E-E1E3-E8CDBA422923}"/>
              </a:ext>
            </a:extLst>
          </p:cNvPr>
          <p:cNvSpPr>
            <a:spLocks noGrp="1"/>
          </p:cNvSpPr>
          <p:nvPr/>
        </p:nvSpPr>
        <p:spPr>
          <a:xfrm>
            <a:off x="609600" y="2114550"/>
            <a:ext cx="10477500" cy="590550"/>
          </a:xfrm>
          <a:prstGeom prst="rect">
            <a:avLst/>
          </a:prstGeom>
          <a:noFill/>
          <a:ln w="0">
            <a:noFill/>
          </a:ln>
        </p:spPr>
        <p:txBody>
          <a:bodyPr anchor="t"/>
          <a:lstStyle/>
          <a:p>
            <a:pPr>
              <a:defRPr sz="3900" b="1">
                <a:solidFill>
                  <a:srgbClr val="007F78"/>
                </a:solidFill>
                <a:latin typeface="Arial"/>
                <a:ea typeface="Arial"/>
                <a:cs typeface="Arial"/>
              </a:defRPr>
            </a:pPr>
            <a:r>
              <a:rPr lang="en-CA" sz="3900" b="1" dirty="0">
                <a:solidFill>
                  <a:srgbClr val="007F78"/>
                </a:solidFill>
                <a:latin typeface="Arial"/>
                <a:ea typeface="Arial"/>
                <a:cs typeface="Arial"/>
              </a:rPr>
              <a:t>Demonstration</a:t>
            </a:r>
            <a:endParaRPr sz="3900" b="1" dirty="0">
              <a:solidFill>
                <a:srgbClr val="007F78"/>
              </a:solidFill>
              <a:latin typeface="Arial"/>
              <a:ea typeface="Arial"/>
              <a:cs typeface="Arial"/>
            </a:endParaRPr>
          </a:p>
        </p:txBody>
      </p:sp>
      <p:pic>
        <p:nvPicPr>
          <p:cNvPr id="9" name="Picture 8">
            <a:extLst>
              <a:ext uri="{FF2B5EF4-FFF2-40B4-BE49-F238E27FC236}">
                <a16:creationId xmlns:a16="http://schemas.microsoft.com/office/drawing/2014/main" id="{2061590C-5A27-C7F7-D4AE-A7F1AFF4C6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76356" y="125463"/>
            <a:ext cx="2293700" cy="249193"/>
          </a:xfrm>
          <a:prstGeom prst="rect">
            <a:avLst/>
          </a:prstGeom>
        </p:spPr>
      </p:pic>
    </p:spTree>
    <p:extLst>
      <p:ext uri="{BB962C8B-B14F-4D97-AF65-F5344CB8AC3E}">
        <p14:creationId xmlns:p14="http://schemas.microsoft.com/office/powerpoint/2010/main" val="45153747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32E17F437DD5C4D952C58ADFA4753FF" ma:contentTypeVersion="16" ma:contentTypeDescription="Create a new document." ma:contentTypeScope="" ma:versionID="602858261db7c2807497f685bdb184b8">
  <xsd:schema xmlns:xsd="http://www.w3.org/2001/XMLSchema" xmlns:xs="http://www.w3.org/2001/XMLSchema" xmlns:p="http://schemas.microsoft.com/office/2006/metadata/properties" xmlns:ns2="7b59526e-b152-4ee5-a03b-6bfbd9fbd95e" xmlns:ns3="74c2f4c4-463e-4cf8-b205-7da1a11b8f2d" targetNamespace="http://schemas.microsoft.com/office/2006/metadata/properties" ma:root="true" ma:fieldsID="e2ef9710ab6b0ae355badab90bc4a383" ns2:_="" ns3:_="">
    <xsd:import namespace="7b59526e-b152-4ee5-a03b-6bfbd9fbd95e"/>
    <xsd:import namespace="74c2f4c4-463e-4cf8-b205-7da1a11b8f2d"/>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b59526e-b152-4ee5-a03b-6bfbd9fbd9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fcda02d7-5210-4347-ad21-8aecc7e91149"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4c2f4c4-463e-4cf8-b205-7da1a11b8f2d"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8" nillable="true" ma:displayName="Taxonomy Catch All Column" ma:hidden="true" ma:list="{759f8f4c-7618-4a3a-baa1-72aa35244c87}" ma:internalName="TaxCatchAll" ma:showField="CatchAllData" ma:web="74c2f4c4-463e-4cf8-b205-7da1a11b8f2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b59526e-b152-4ee5-a03b-6bfbd9fbd95e">
      <Terms xmlns="http://schemas.microsoft.com/office/infopath/2007/PartnerControls"/>
    </lcf76f155ced4ddcb4097134ff3c332f>
    <TaxCatchAll xmlns="74c2f4c4-463e-4cf8-b205-7da1a11b8f2d" xsi:nil="true"/>
  </documentManagement>
</p:properties>
</file>

<file path=customXml/itemProps1.xml><?xml version="1.0" encoding="utf-8"?>
<ds:datastoreItem xmlns:ds="http://schemas.openxmlformats.org/officeDocument/2006/customXml" ds:itemID="{D04AD401-F6D9-4DA1-A35D-411BF7B04751}">
  <ds:schemaRefs>
    <ds:schemaRef ds:uri="http://schemas.microsoft.com/sharepoint/v3/contenttype/forms"/>
  </ds:schemaRefs>
</ds:datastoreItem>
</file>

<file path=customXml/itemProps2.xml><?xml version="1.0" encoding="utf-8"?>
<ds:datastoreItem xmlns:ds="http://schemas.openxmlformats.org/officeDocument/2006/customXml" ds:itemID="{BF13480B-1733-4BE0-8A2A-4DCC59FB34F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b59526e-b152-4ee5-a03b-6bfbd9fbd95e"/>
    <ds:schemaRef ds:uri="74c2f4c4-463e-4cf8-b205-7da1a11b8f2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A55705A-44B4-4E6E-A6A2-E9307E8CFF99}">
  <ds:schemaRefs>
    <ds:schemaRef ds:uri="http://schemas.microsoft.com/office/2006/metadata/properties"/>
    <ds:schemaRef ds:uri="http://schemas.microsoft.com/office/infopath/2007/PartnerControls"/>
    <ds:schemaRef ds:uri="7b59526e-b152-4ee5-a03b-6bfbd9fbd95e"/>
    <ds:schemaRef ds:uri="74c2f4c4-463e-4cf8-b205-7da1a11b8f2d"/>
  </ds:schemaRefs>
</ds:datastoreItem>
</file>

<file path=docProps/app.xml><?xml version="1.0" encoding="utf-8"?>
<Properties xmlns="http://schemas.openxmlformats.org/officeDocument/2006/extended-properties" xmlns:vt="http://schemas.openxmlformats.org/officeDocument/2006/docPropsVTypes">
  <TotalTime>282</TotalTime>
  <Words>1101</Words>
  <Application>Microsoft Office PowerPoint</Application>
  <PresentationFormat>Widescreen</PresentationFormat>
  <Paragraphs>122</Paragraphs>
  <Slides>8</Slides>
  <Notes>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8</vt:i4>
      </vt:variant>
    </vt:vector>
  </HeadingPairs>
  <TitlesOfParts>
    <vt:vector size="10" baseType="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Jared Bester</dc:creator>
  <cp:lastModifiedBy>Jared Bester</cp:lastModifiedBy>
  <cp:revision>1</cp:revision>
  <dcterms:created xsi:type="dcterms:W3CDTF">2026-09-17T15:15:29Z</dcterms:created>
  <dcterms:modified xsi:type="dcterms:W3CDTF">2026-09-17T20:18:03Z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0x010100132E17F437DD5C4D952C58ADFA4753FF</vt:lpwstr>
  </property>
</Properties>
</file>